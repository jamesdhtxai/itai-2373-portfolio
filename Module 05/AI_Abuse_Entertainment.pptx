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9"/>
    <p:restoredTop sz="94576"/>
  </p:normalViewPr>
  <p:slideViewPr>
    <p:cSldViewPr snapToGrid="0" snapToObjects="1">
      <p:cViewPr varScale="1">
        <p:scale>
          <a:sx n="147" d="100"/>
          <a:sy n="147" d="100"/>
        </p:scale>
        <p:origin x="125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D34C88-AB89-4E5E-89CB-49B8BA060B2E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E1544F6-6C0E-4C5D-AA71-CFAE845D4EC9}">
      <dgm:prSet/>
      <dgm:spPr/>
      <dgm:t>
        <a:bodyPr/>
        <a:lstStyle/>
        <a:p>
          <a:r>
            <a:rPr lang="en-US"/>
            <a:t>• Used to de-age actors and resurrect deceased performers.</a:t>
          </a:r>
        </a:p>
      </dgm:t>
    </dgm:pt>
    <dgm:pt modelId="{ABB24308-D43B-4EAB-934B-AA4EEFC3B86B}" type="parTrans" cxnId="{A3AF50F8-4577-4321-9681-6B71F7271BAB}">
      <dgm:prSet/>
      <dgm:spPr/>
      <dgm:t>
        <a:bodyPr/>
        <a:lstStyle/>
        <a:p>
          <a:endParaRPr lang="en-US"/>
        </a:p>
      </dgm:t>
    </dgm:pt>
    <dgm:pt modelId="{35FD0557-ABBA-4BC6-AC2F-A165874A4ECB}" type="sibTrans" cxnId="{A3AF50F8-4577-4321-9681-6B71F7271BAB}">
      <dgm:prSet/>
      <dgm:spPr/>
      <dgm:t>
        <a:bodyPr/>
        <a:lstStyle/>
        <a:p>
          <a:endParaRPr lang="en-US"/>
        </a:p>
      </dgm:t>
    </dgm:pt>
    <dgm:pt modelId="{362DAA2A-F46F-4894-A242-98351D7B0985}">
      <dgm:prSet/>
      <dgm:spPr/>
      <dgm:t>
        <a:bodyPr/>
        <a:lstStyle/>
        <a:p>
          <a:r>
            <a:rPr lang="en-US"/>
            <a:t>• Enhances storytelling through digital effects.</a:t>
          </a:r>
        </a:p>
      </dgm:t>
    </dgm:pt>
    <dgm:pt modelId="{E33622DA-F58E-4CF5-B5C4-B6681F64A7BB}" type="parTrans" cxnId="{F19C0957-419F-43D7-AACE-2F39FDC7DE27}">
      <dgm:prSet/>
      <dgm:spPr/>
      <dgm:t>
        <a:bodyPr/>
        <a:lstStyle/>
        <a:p>
          <a:endParaRPr lang="en-US"/>
        </a:p>
      </dgm:t>
    </dgm:pt>
    <dgm:pt modelId="{19E63C9C-31C2-4429-AD10-74B0961BF9DD}" type="sibTrans" cxnId="{F19C0957-419F-43D7-AACE-2F39FDC7DE27}">
      <dgm:prSet/>
      <dgm:spPr/>
      <dgm:t>
        <a:bodyPr/>
        <a:lstStyle/>
        <a:p>
          <a:endParaRPr lang="en-US"/>
        </a:p>
      </dgm:t>
    </dgm:pt>
    <dgm:pt modelId="{178AE7AD-28EB-431B-80D8-501E31DF100C}">
      <dgm:prSet/>
      <dgm:spPr/>
      <dgm:t>
        <a:bodyPr/>
        <a:lstStyle/>
        <a:p>
          <a:r>
            <a:rPr lang="en-US"/>
            <a:t>• Examples: Carrie Fisher in Star Wars, Paul Walker in Fast &amp; Furious 7.</a:t>
          </a:r>
        </a:p>
      </dgm:t>
    </dgm:pt>
    <dgm:pt modelId="{ADD4D2CF-9220-4548-A2B7-531AAF8B3ED9}" type="parTrans" cxnId="{3D508D44-EE39-47D9-AD46-55A96321683B}">
      <dgm:prSet/>
      <dgm:spPr/>
      <dgm:t>
        <a:bodyPr/>
        <a:lstStyle/>
        <a:p>
          <a:endParaRPr lang="en-US"/>
        </a:p>
      </dgm:t>
    </dgm:pt>
    <dgm:pt modelId="{7E79AF7C-9706-4A62-B645-085C0028889C}" type="sibTrans" cxnId="{3D508D44-EE39-47D9-AD46-55A96321683B}">
      <dgm:prSet/>
      <dgm:spPr/>
      <dgm:t>
        <a:bodyPr/>
        <a:lstStyle/>
        <a:p>
          <a:endParaRPr lang="en-US"/>
        </a:p>
      </dgm:t>
    </dgm:pt>
    <dgm:pt modelId="{41EC96AD-172F-B54D-9751-856959EBE60A}" type="pres">
      <dgm:prSet presAssocID="{DDD34C88-AB89-4E5E-89CB-49B8BA060B2E}" presName="vert0" presStyleCnt="0">
        <dgm:presLayoutVars>
          <dgm:dir/>
          <dgm:animOne val="branch"/>
          <dgm:animLvl val="lvl"/>
        </dgm:presLayoutVars>
      </dgm:prSet>
      <dgm:spPr/>
    </dgm:pt>
    <dgm:pt modelId="{307EC4E4-2915-CC40-A859-0CD529E00356}" type="pres">
      <dgm:prSet presAssocID="{CE1544F6-6C0E-4C5D-AA71-CFAE845D4EC9}" presName="thickLine" presStyleLbl="alignNode1" presStyleIdx="0" presStyleCnt="3"/>
      <dgm:spPr/>
    </dgm:pt>
    <dgm:pt modelId="{72EC428F-E753-784C-B503-00A0664DF4AB}" type="pres">
      <dgm:prSet presAssocID="{CE1544F6-6C0E-4C5D-AA71-CFAE845D4EC9}" presName="horz1" presStyleCnt="0"/>
      <dgm:spPr/>
    </dgm:pt>
    <dgm:pt modelId="{597F8FC0-CC0E-7A43-99D5-09038B029CAA}" type="pres">
      <dgm:prSet presAssocID="{CE1544F6-6C0E-4C5D-AA71-CFAE845D4EC9}" presName="tx1" presStyleLbl="revTx" presStyleIdx="0" presStyleCnt="3"/>
      <dgm:spPr/>
    </dgm:pt>
    <dgm:pt modelId="{7E914EAF-94D9-FD43-B502-314C87712AB3}" type="pres">
      <dgm:prSet presAssocID="{CE1544F6-6C0E-4C5D-AA71-CFAE845D4EC9}" presName="vert1" presStyleCnt="0"/>
      <dgm:spPr/>
    </dgm:pt>
    <dgm:pt modelId="{44B96A92-C801-F54D-96D7-818A12498C0E}" type="pres">
      <dgm:prSet presAssocID="{362DAA2A-F46F-4894-A242-98351D7B0985}" presName="thickLine" presStyleLbl="alignNode1" presStyleIdx="1" presStyleCnt="3"/>
      <dgm:spPr/>
    </dgm:pt>
    <dgm:pt modelId="{D7551CAB-FA33-7B41-9097-915CA112735C}" type="pres">
      <dgm:prSet presAssocID="{362DAA2A-F46F-4894-A242-98351D7B0985}" presName="horz1" presStyleCnt="0"/>
      <dgm:spPr/>
    </dgm:pt>
    <dgm:pt modelId="{07ED3C37-B647-0342-9FE4-42C5B83C2C27}" type="pres">
      <dgm:prSet presAssocID="{362DAA2A-F46F-4894-A242-98351D7B0985}" presName="tx1" presStyleLbl="revTx" presStyleIdx="1" presStyleCnt="3"/>
      <dgm:spPr/>
    </dgm:pt>
    <dgm:pt modelId="{78625488-A2FF-7B45-924E-59F983C0FC0E}" type="pres">
      <dgm:prSet presAssocID="{362DAA2A-F46F-4894-A242-98351D7B0985}" presName="vert1" presStyleCnt="0"/>
      <dgm:spPr/>
    </dgm:pt>
    <dgm:pt modelId="{1B8688C0-4E95-6847-948F-38954A03BF17}" type="pres">
      <dgm:prSet presAssocID="{178AE7AD-28EB-431B-80D8-501E31DF100C}" presName="thickLine" presStyleLbl="alignNode1" presStyleIdx="2" presStyleCnt="3"/>
      <dgm:spPr/>
    </dgm:pt>
    <dgm:pt modelId="{28E6A381-867F-B84F-B75F-2C432F634844}" type="pres">
      <dgm:prSet presAssocID="{178AE7AD-28EB-431B-80D8-501E31DF100C}" presName="horz1" presStyleCnt="0"/>
      <dgm:spPr/>
    </dgm:pt>
    <dgm:pt modelId="{4BDE60ED-1B75-9A41-B8B6-0B97CA898E0E}" type="pres">
      <dgm:prSet presAssocID="{178AE7AD-28EB-431B-80D8-501E31DF100C}" presName="tx1" presStyleLbl="revTx" presStyleIdx="2" presStyleCnt="3"/>
      <dgm:spPr/>
    </dgm:pt>
    <dgm:pt modelId="{2987C3F4-822C-4F4E-9F0B-D741230BBDF5}" type="pres">
      <dgm:prSet presAssocID="{178AE7AD-28EB-431B-80D8-501E31DF100C}" presName="vert1" presStyleCnt="0"/>
      <dgm:spPr/>
    </dgm:pt>
  </dgm:ptLst>
  <dgm:cxnLst>
    <dgm:cxn modelId="{3D508D44-EE39-47D9-AD46-55A96321683B}" srcId="{DDD34C88-AB89-4E5E-89CB-49B8BA060B2E}" destId="{178AE7AD-28EB-431B-80D8-501E31DF100C}" srcOrd="2" destOrd="0" parTransId="{ADD4D2CF-9220-4548-A2B7-531AAF8B3ED9}" sibTransId="{7E79AF7C-9706-4A62-B645-085C0028889C}"/>
    <dgm:cxn modelId="{F19C0957-419F-43D7-AACE-2F39FDC7DE27}" srcId="{DDD34C88-AB89-4E5E-89CB-49B8BA060B2E}" destId="{362DAA2A-F46F-4894-A242-98351D7B0985}" srcOrd="1" destOrd="0" parTransId="{E33622DA-F58E-4CF5-B5C4-B6681F64A7BB}" sibTransId="{19E63C9C-31C2-4429-AD10-74B0961BF9DD}"/>
    <dgm:cxn modelId="{C9C49B7A-A5FE-CA48-8DA1-F8025B62C547}" type="presOf" srcId="{CE1544F6-6C0E-4C5D-AA71-CFAE845D4EC9}" destId="{597F8FC0-CC0E-7A43-99D5-09038B029CAA}" srcOrd="0" destOrd="0" presId="urn:microsoft.com/office/officeart/2008/layout/LinedList"/>
    <dgm:cxn modelId="{5D02BA8E-07F6-2A44-AA53-1CEDAF1E7E6D}" type="presOf" srcId="{178AE7AD-28EB-431B-80D8-501E31DF100C}" destId="{4BDE60ED-1B75-9A41-B8B6-0B97CA898E0E}" srcOrd="0" destOrd="0" presId="urn:microsoft.com/office/officeart/2008/layout/LinedList"/>
    <dgm:cxn modelId="{1F7A45A6-8192-D845-B7D6-C1D621ABD4ED}" type="presOf" srcId="{DDD34C88-AB89-4E5E-89CB-49B8BA060B2E}" destId="{41EC96AD-172F-B54D-9751-856959EBE60A}" srcOrd="0" destOrd="0" presId="urn:microsoft.com/office/officeart/2008/layout/LinedList"/>
    <dgm:cxn modelId="{1668F2E2-7202-F640-A852-A7C2D459DA29}" type="presOf" srcId="{362DAA2A-F46F-4894-A242-98351D7B0985}" destId="{07ED3C37-B647-0342-9FE4-42C5B83C2C27}" srcOrd="0" destOrd="0" presId="urn:microsoft.com/office/officeart/2008/layout/LinedList"/>
    <dgm:cxn modelId="{A3AF50F8-4577-4321-9681-6B71F7271BAB}" srcId="{DDD34C88-AB89-4E5E-89CB-49B8BA060B2E}" destId="{CE1544F6-6C0E-4C5D-AA71-CFAE845D4EC9}" srcOrd="0" destOrd="0" parTransId="{ABB24308-D43B-4EAB-934B-AA4EEFC3B86B}" sibTransId="{35FD0557-ABBA-4BC6-AC2F-A165874A4ECB}"/>
    <dgm:cxn modelId="{26507B7B-B23E-9849-959E-941F7F69043D}" type="presParOf" srcId="{41EC96AD-172F-B54D-9751-856959EBE60A}" destId="{307EC4E4-2915-CC40-A859-0CD529E00356}" srcOrd="0" destOrd="0" presId="urn:microsoft.com/office/officeart/2008/layout/LinedList"/>
    <dgm:cxn modelId="{351B33F8-BABE-B146-A199-D0C84103B5AF}" type="presParOf" srcId="{41EC96AD-172F-B54D-9751-856959EBE60A}" destId="{72EC428F-E753-784C-B503-00A0664DF4AB}" srcOrd="1" destOrd="0" presId="urn:microsoft.com/office/officeart/2008/layout/LinedList"/>
    <dgm:cxn modelId="{3BC097C6-29F9-D34B-885A-92A85ACC2AF1}" type="presParOf" srcId="{72EC428F-E753-784C-B503-00A0664DF4AB}" destId="{597F8FC0-CC0E-7A43-99D5-09038B029CAA}" srcOrd="0" destOrd="0" presId="urn:microsoft.com/office/officeart/2008/layout/LinedList"/>
    <dgm:cxn modelId="{EA7F925D-2C3B-8848-866A-110541C84A4A}" type="presParOf" srcId="{72EC428F-E753-784C-B503-00A0664DF4AB}" destId="{7E914EAF-94D9-FD43-B502-314C87712AB3}" srcOrd="1" destOrd="0" presId="urn:microsoft.com/office/officeart/2008/layout/LinedList"/>
    <dgm:cxn modelId="{D27555B7-0667-0A43-BBAF-90FCBD53AC38}" type="presParOf" srcId="{41EC96AD-172F-B54D-9751-856959EBE60A}" destId="{44B96A92-C801-F54D-96D7-818A12498C0E}" srcOrd="2" destOrd="0" presId="urn:microsoft.com/office/officeart/2008/layout/LinedList"/>
    <dgm:cxn modelId="{967A6D4B-FA5C-F74E-942D-4E2B78CDFBDD}" type="presParOf" srcId="{41EC96AD-172F-B54D-9751-856959EBE60A}" destId="{D7551CAB-FA33-7B41-9097-915CA112735C}" srcOrd="3" destOrd="0" presId="urn:microsoft.com/office/officeart/2008/layout/LinedList"/>
    <dgm:cxn modelId="{B0708918-3B8C-A84C-8A8B-D9396ED34A37}" type="presParOf" srcId="{D7551CAB-FA33-7B41-9097-915CA112735C}" destId="{07ED3C37-B647-0342-9FE4-42C5B83C2C27}" srcOrd="0" destOrd="0" presId="urn:microsoft.com/office/officeart/2008/layout/LinedList"/>
    <dgm:cxn modelId="{2F5E685D-064A-D14B-911A-E5B101D69F53}" type="presParOf" srcId="{D7551CAB-FA33-7B41-9097-915CA112735C}" destId="{78625488-A2FF-7B45-924E-59F983C0FC0E}" srcOrd="1" destOrd="0" presId="urn:microsoft.com/office/officeart/2008/layout/LinedList"/>
    <dgm:cxn modelId="{C90DD63F-02F4-9C42-B41E-78276F4AB481}" type="presParOf" srcId="{41EC96AD-172F-B54D-9751-856959EBE60A}" destId="{1B8688C0-4E95-6847-948F-38954A03BF17}" srcOrd="4" destOrd="0" presId="urn:microsoft.com/office/officeart/2008/layout/LinedList"/>
    <dgm:cxn modelId="{EC86A421-E9B9-4446-BADA-9B5477E8ECBC}" type="presParOf" srcId="{41EC96AD-172F-B54D-9751-856959EBE60A}" destId="{28E6A381-867F-B84F-B75F-2C432F634844}" srcOrd="5" destOrd="0" presId="urn:microsoft.com/office/officeart/2008/layout/LinedList"/>
    <dgm:cxn modelId="{59B8EA30-BBEA-734E-ABC8-D8D34A091EBA}" type="presParOf" srcId="{28E6A381-867F-B84F-B75F-2C432F634844}" destId="{4BDE60ED-1B75-9A41-B8B6-0B97CA898E0E}" srcOrd="0" destOrd="0" presId="urn:microsoft.com/office/officeart/2008/layout/LinedList"/>
    <dgm:cxn modelId="{69D09A74-AE90-5343-B4FD-D9D8B7327570}" type="presParOf" srcId="{28E6A381-867F-B84F-B75F-2C432F634844}" destId="{2987C3F4-822C-4F4E-9F0B-D741230BBDF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139ED27-E840-4CD6-AB5C-609F7FFF9E82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6B4FAC65-F0C9-4E1C-84AE-A6B1528A9D97}">
      <dgm:prSet/>
      <dgm:spPr/>
      <dgm:t>
        <a:bodyPr/>
        <a:lstStyle/>
        <a:p>
          <a:r>
            <a:rPr lang="en-US"/>
            <a:t>• Cost Efficiency: Reduces reshoot expenses.</a:t>
          </a:r>
        </a:p>
      </dgm:t>
    </dgm:pt>
    <dgm:pt modelId="{41D61C65-A7D8-43F1-8711-4D994FF09B3F}" type="parTrans" cxnId="{3B963728-20CA-44AF-BA79-9AAE03EBF4BD}">
      <dgm:prSet/>
      <dgm:spPr/>
      <dgm:t>
        <a:bodyPr/>
        <a:lstStyle/>
        <a:p>
          <a:endParaRPr lang="en-US"/>
        </a:p>
      </dgm:t>
    </dgm:pt>
    <dgm:pt modelId="{779F413B-2467-4284-9FB2-3F2F91737E7A}" type="sibTrans" cxnId="{3B963728-20CA-44AF-BA79-9AAE03EBF4BD}">
      <dgm:prSet/>
      <dgm:spPr/>
      <dgm:t>
        <a:bodyPr/>
        <a:lstStyle/>
        <a:p>
          <a:endParaRPr lang="en-US"/>
        </a:p>
      </dgm:t>
    </dgm:pt>
    <dgm:pt modelId="{24DFA801-33CB-41CF-952E-2E1E2CFDE942}">
      <dgm:prSet/>
      <dgm:spPr/>
      <dgm:t>
        <a:bodyPr/>
        <a:lstStyle/>
        <a:p>
          <a:r>
            <a:rPr lang="en-US"/>
            <a:t>• Creative Expansion: Enables digital reanimation and enhanced effects.</a:t>
          </a:r>
        </a:p>
      </dgm:t>
    </dgm:pt>
    <dgm:pt modelId="{767AA053-9348-4CA9-B209-F6373FB6836A}" type="parTrans" cxnId="{C3A61CE1-11E5-467E-95E3-E92F9A8C8C16}">
      <dgm:prSet/>
      <dgm:spPr/>
      <dgm:t>
        <a:bodyPr/>
        <a:lstStyle/>
        <a:p>
          <a:endParaRPr lang="en-US"/>
        </a:p>
      </dgm:t>
    </dgm:pt>
    <dgm:pt modelId="{BE1B664C-B238-431C-B1A4-02F138C115B0}" type="sibTrans" cxnId="{C3A61CE1-11E5-467E-95E3-E92F9A8C8C16}">
      <dgm:prSet/>
      <dgm:spPr/>
      <dgm:t>
        <a:bodyPr/>
        <a:lstStyle/>
        <a:p>
          <a:endParaRPr lang="en-US"/>
        </a:p>
      </dgm:t>
    </dgm:pt>
    <dgm:pt modelId="{EAB17F5A-D02E-4AF9-AE11-5EFF6F360A0C}">
      <dgm:prSet/>
      <dgm:spPr/>
      <dgm:t>
        <a:bodyPr/>
        <a:lstStyle/>
        <a:p>
          <a:r>
            <a:rPr lang="en-US"/>
            <a:t>• Global Accessibility: Improves dubbing and localization.</a:t>
          </a:r>
        </a:p>
      </dgm:t>
    </dgm:pt>
    <dgm:pt modelId="{C5806D57-ADE6-4F6B-A728-C27C00971CEA}" type="parTrans" cxnId="{E37A5CEA-7D9D-44B5-8DE5-FA2F2E561ED3}">
      <dgm:prSet/>
      <dgm:spPr/>
      <dgm:t>
        <a:bodyPr/>
        <a:lstStyle/>
        <a:p>
          <a:endParaRPr lang="en-US"/>
        </a:p>
      </dgm:t>
    </dgm:pt>
    <dgm:pt modelId="{9058DDF8-D4C6-439A-88FB-86767F011097}" type="sibTrans" cxnId="{E37A5CEA-7D9D-44B5-8DE5-FA2F2E561ED3}">
      <dgm:prSet/>
      <dgm:spPr/>
      <dgm:t>
        <a:bodyPr/>
        <a:lstStyle/>
        <a:p>
          <a:endParaRPr lang="en-US"/>
        </a:p>
      </dgm:t>
    </dgm:pt>
    <dgm:pt modelId="{EB6DAFA5-363E-8C46-888A-4B9037FD51A0}" type="pres">
      <dgm:prSet presAssocID="{5139ED27-E840-4CD6-AB5C-609F7FFF9E82}" presName="vert0" presStyleCnt="0">
        <dgm:presLayoutVars>
          <dgm:dir/>
          <dgm:animOne val="branch"/>
          <dgm:animLvl val="lvl"/>
        </dgm:presLayoutVars>
      </dgm:prSet>
      <dgm:spPr/>
    </dgm:pt>
    <dgm:pt modelId="{4C9C3FE7-A382-D54C-935B-60D77A984B3E}" type="pres">
      <dgm:prSet presAssocID="{6B4FAC65-F0C9-4E1C-84AE-A6B1528A9D97}" presName="thickLine" presStyleLbl="alignNode1" presStyleIdx="0" presStyleCnt="3"/>
      <dgm:spPr/>
    </dgm:pt>
    <dgm:pt modelId="{5B7315A5-5C7F-134C-A139-5B5CA6CE9917}" type="pres">
      <dgm:prSet presAssocID="{6B4FAC65-F0C9-4E1C-84AE-A6B1528A9D97}" presName="horz1" presStyleCnt="0"/>
      <dgm:spPr/>
    </dgm:pt>
    <dgm:pt modelId="{3676843D-7316-2648-B92D-5CBFD5DE9FB2}" type="pres">
      <dgm:prSet presAssocID="{6B4FAC65-F0C9-4E1C-84AE-A6B1528A9D97}" presName="tx1" presStyleLbl="revTx" presStyleIdx="0" presStyleCnt="3"/>
      <dgm:spPr/>
    </dgm:pt>
    <dgm:pt modelId="{D6DBF5E1-89AC-B244-8815-B4B591B98DA3}" type="pres">
      <dgm:prSet presAssocID="{6B4FAC65-F0C9-4E1C-84AE-A6B1528A9D97}" presName="vert1" presStyleCnt="0"/>
      <dgm:spPr/>
    </dgm:pt>
    <dgm:pt modelId="{D0653382-AB03-1148-B47C-4ABF9CDDDB0B}" type="pres">
      <dgm:prSet presAssocID="{24DFA801-33CB-41CF-952E-2E1E2CFDE942}" presName="thickLine" presStyleLbl="alignNode1" presStyleIdx="1" presStyleCnt="3"/>
      <dgm:spPr/>
    </dgm:pt>
    <dgm:pt modelId="{0D79D52F-E971-674A-A70D-C03F6E5B0EA5}" type="pres">
      <dgm:prSet presAssocID="{24DFA801-33CB-41CF-952E-2E1E2CFDE942}" presName="horz1" presStyleCnt="0"/>
      <dgm:spPr/>
    </dgm:pt>
    <dgm:pt modelId="{76ECF30F-427E-9845-9225-71348EE6E36A}" type="pres">
      <dgm:prSet presAssocID="{24DFA801-33CB-41CF-952E-2E1E2CFDE942}" presName="tx1" presStyleLbl="revTx" presStyleIdx="1" presStyleCnt="3"/>
      <dgm:spPr/>
    </dgm:pt>
    <dgm:pt modelId="{B6EC8FDB-64A3-094A-84B8-5718C11E6DE6}" type="pres">
      <dgm:prSet presAssocID="{24DFA801-33CB-41CF-952E-2E1E2CFDE942}" presName="vert1" presStyleCnt="0"/>
      <dgm:spPr/>
    </dgm:pt>
    <dgm:pt modelId="{094A63F5-C9DA-6E43-B761-A767E3DCF59A}" type="pres">
      <dgm:prSet presAssocID="{EAB17F5A-D02E-4AF9-AE11-5EFF6F360A0C}" presName="thickLine" presStyleLbl="alignNode1" presStyleIdx="2" presStyleCnt="3"/>
      <dgm:spPr/>
    </dgm:pt>
    <dgm:pt modelId="{547E94D7-6670-604B-8CFD-E50A8B2D4F1E}" type="pres">
      <dgm:prSet presAssocID="{EAB17F5A-D02E-4AF9-AE11-5EFF6F360A0C}" presName="horz1" presStyleCnt="0"/>
      <dgm:spPr/>
    </dgm:pt>
    <dgm:pt modelId="{4B0D727A-92E4-1F4B-9119-3101499C9A1C}" type="pres">
      <dgm:prSet presAssocID="{EAB17F5A-D02E-4AF9-AE11-5EFF6F360A0C}" presName="tx1" presStyleLbl="revTx" presStyleIdx="2" presStyleCnt="3"/>
      <dgm:spPr/>
    </dgm:pt>
    <dgm:pt modelId="{AF6656EF-B91A-C340-A91A-ADE9757654C1}" type="pres">
      <dgm:prSet presAssocID="{EAB17F5A-D02E-4AF9-AE11-5EFF6F360A0C}" presName="vert1" presStyleCnt="0"/>
      <dgm:spPr/>
    </dgm:pt>
  </dgm:ptLst>
  <dgm:cxnLst>
    <dgm:cxn modelId="{90AD3E14-CD51-8E44-8324-BC0185B4F8C7}" type="presOf" srcId="{5139ED27-E840-4CD6-AB5C-609F7FFF9E82}" destId="{EB6DAFA5-363E-8C46-888A-4B9037FD51A0}" srcOrd="0" destOrd="0" presId="urn:microsoft.com/office/officeart/2008/layout/LinedList"/>
    <dgm:cxn modelId="{3B963728-20CA-44AF-BA79-9AAE03EBF4BD}" srcId="{5139ED27-E840-4CD6-AB5C-609F7FFF9E82}" destId="{6B4FAC65-F0C9-4E1C-84AE-A6B1528A9D97}" srcOrd="0" destOrd="0" parTransId="{41D61C65-A7D8-43F1-8711-4D994FF09B3F}" sibTransId="{779F413B-2467-4284-9FB2-3F2F91737E7A}"/>
    <dgm:cxn modelId="{79BB044F-E02F-EA42-B742-E14BD7D29AFD}" type="presOf" srcId="{6B4FAC65-F0C9-4E1C-84AE-A6B1528A9D97}" destId="{3676843D-7316-2648-B92D-5CBFD5DE9FB2}" srcOrd="0" destOrd="0" presId="urn:microsoft.com/office/officeart/2008/layout/LinedList"/>
    <dgm:cxn modelId="{BAC3EB70-8941-364D-BB1E-D2299F9B4576}" type="presOf" srcId="{EAB17F5A-D02E-4AF9-AE11-5EFF6F360A0C}" destId="{4B0D727A-92E4-1F4B-9119-3101499C9A1C}" srcOrd="0" destOrd="0" presId="urn:microsoft.com/office/officeart/2008/layout/LinedList"/>
    <dgm:cxn modelId="{9934CC94-F8AD-6C49-8C18-1C95A9536251}" type="presOf" srcId="{24DFA801-33CB-41CF-952E-2E1E2CFDE942}" destId="{76ECF30F-427E-9845-9225-71348EE6E36A}" srcOrd="0" destOrd="0" presId="urn:microsoft.com/office/officeart/2008/layout/LinedList"/>
    <dgm:cxn modelId="{C3A61CE1-11E5-467E-95E3-E92F9A8C8C16}" srcId="{5139ED27-E840-4CD6-AB5C-609F7FFF9E82}" destId="{24DFA801-33CB-41CF-952E-2E1E2CFDE942}" srcOrd="1" destOrd="0" parTransId="{767AA053-9348-4CA9-B209-F6373FB6836A}" sibTransId="{BE1B664C-B238-431C-B1A4-02F138C115B0}"/>
    <dgm:cxn modelId="{E37A5CEA-7D9D-44B5-8DE5-FA2F2E561ED3}" srcId="{5139ED27-E840-4CD6-AB5C-609F7FFF9E82}" destId="{EAB17F5A-D02E-4AF9-AE11-5EFF6F360A0C}" srcOrd="2" destOrd="0" parTransId="{C5806D57-ADE6-4F6B-A728-C27C00971CEA}" sibTransId="{9058DDF8-D4C6-439A-88FB-86767F011097}"/>
    <dgm:cxn modelId="{7E6DE351-7197-2643-90D3-BE40CCCDB01F}" type="presParOf" srcId="{EB6DAFA5-363E-8C46-888A-4B9037FD51A0}" destId="{4C9C3FE7-A382-D54C-935B-60D77A984B3E}" srcOrd="0" destOrd="0" presId="urn:microsoft.com/office/officeart/2008/layout/LinedList"/>
    <dgm:cxn modelId="{9D4275A4-EE54-CE4B-9AF5-831C373D9D0A}" type="presParOf" srcId="{EB6DAFA5-363E-8C46-888A-4B9037FD51A0}" destId="{5B7315A5-5C7F-134C-A139-5B5CA6CE9917}" srcOrd="1" destOrd="0" presId="urn:microsoft.com/office/officeart/2008/layout/LinedList"/>
    <dgm:cxn modelId="{1DF568CA-939D-9547-8F3F-76C0EDB290D8}" type="presParOf" srcId="{5B7315A5-5C7F-134C-A139-5B5CA6CE9917}" destId="{3676843D-7316-2648-B92D-5CBFD5DE9FB2}" srcOrd="0" destOrd="0" presId="urn:microsoft.com/office/officeart/2008/layout/LinedList"/>
    <dgm:cxn modelId="{3816DC50-7EE1-B74A-ADB2-6FAB6A0E1831}" type="presParOf" srcId="{5B7315A5-5C7F-134C-A139-5B5CA6CE9917}" destId="{D6DBF5E1-89AC-B244-8815-B4B591B98DA3}" srcOrd="1" destOrd="0" presId="urn:microsoft.com/office/officeart/2008/layout/LinedList"/>
    <dgm:cxn modelId="{8A1C5549-6DC9-9C4C-A337-D9BA2AB7F96E}" type="presParOf" srcId="{EB6DAFA5-363E-8C46-888A-4B9037FD51A0}" destId="{D0653382-AB03-1148-B47C-4ABF9CDDDB0B}" srcOrd="2" destOrd="0" presId="urn:microsoft.com/office/officeart/2008/layout/LinedList"/>
    <dgm:cxn modelId="{378E207D-64D7-474C-84D0-5C0814F892B1}" type="presParOf" srcId="{EB6DAFA5-363E-8C46-888A-4B9037FD51A0}" destId="{0D79D52F-E971-674A-A70D-C03F6E5B0EA5}" srcOrd="3" destOrd="0" presId="urn:microsoft.com/office/officeart/2008/layout/LinedList"/>
    <dgm:cxn modelId="{257DF54C-67C0-1040-9125-A8518ABD7361}" type="presParOf" srcId="{0D79D52F-E971-674A-A70D-C03F6E5B0EA5}" destId="{76ECF30F-427E-9845-9225-71348EE6E36A}" srcOrd="0" destOrd="0" presId="urn:microsoft.com/office/officeart/2008/layout/LinedList"/>
    <dgm:cxn modelId="{79839889-5EF3-9146-B7DF-BB6670D799A5}" type="presParOf" srcId="{0D79D52F-E971-674A-A70D-C03F6E5B0EA5}" destId="{B6EC8FDB-64A3-094A-84B8-5718C11E6DE6}" srcOrd="1" destOrd="0" presId="urn:microsoft.com/office/officeart/2008/layout/LinedList"/>
    <dgm:cxn modelId="{941A7531-103C-B340-951F-7102D795C3B9}" type="presParOf" srcId="{EB6DAFA5-363E-8C46-888A-4B9037FD51A0}" destId="{094A63F5-C9DA-6E43-B761-A767E3DCF59A}" srcOrd="4" destOrd="0" presId="urn:microsoft.com/office/officeart/2008/layout/LinedList"/>
    <dgm:cxn modelId="{4E4DC1C9-1D96-0E4D-92BB-B33A00914115}" type="presParOf" srcId="{EB6DAFA5-363E-8C46-888A-4B9037FD51A0}" destId="{547E94D7-6670-604B-8CFD-E50A8B2D4F1E}" srcOrd="5" destOrd="0" presId="urn:microsoft.com/office/officeart/2008/layout/LinedList"/>
    <dgm:cxn modelId="{D899087C-E4CE-834B-8D6A-A115595F3F17}" type="presParOf" srcId="{547E94D7-6670-604B-8CFD-E50A8B2D4F1E}" destId="{4B0D727A-92E4-1F4B-9119-3101499C9A1C}" srcOrd="0" destOrd="0" presId="urn:microsoft.com/office/officeart/2008/layout/LinedList"/>
    <dgm:cxn modelId="{FDD699EE-3F0C-5F4B-8D9A-BA31788803FB}" type="presParOf" srcId="{547E94D7-6670-604B-8CFD-E50A8B2D4F1E}" destId="{AF6656EF-B91A-C340-A91A-ADE9757654C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710558D-CED1-4BD0-94A6-E72FAA44D117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0115146-AD88-4C8F-9A66-D796DE5A5487}">
      <dgm:prSet/>
      <dgm:spPr/>
      <dgm:t>
        <a:bodyPr/>
        <a:lstStyle/>
        <a:p>
          <a:r>
            <a:rPr lang="en-US"/>
            <a:t>• Enhanced AI Detection: Tools to identify deepfakes.</a:t>
          </a:r>
        </a:p>
      </dgm:t>
    </dgm:pt>
    <dgm:pt modelId="{900804FC-0246-4AF8-A39F-15BF48943747}" type="parTrans" cxnId="{2FECDD75-3402-4201-B791-25927A1F0FAA}">
      <dgm:prSet/>
      <dgm:spPr/>
      <dgm:t>
        <a:bodyPr/>
        <a:lstStyle/>
        <a:p>
          <a:endParaRPr lang="en-US"/>
        </a:p>
      </dgm:t>
    </dgm:pt>
    <dgm:pt modelId="{313BD652-4BF2-4FF5-985B-0C6FEC9B49FE}" type="sibTrans" cxnId="{2FECDD75-3402-4201-B791-25927A1F0FAA}">
      <dgm:prSet/>
      <dgm:spPr/>
      <dgm:t>
        <a:bodyPr/>
        <a:lstStyle/>
        <a:p>
          <a:endParaRPr lang="en-US"/>
        </a:p>
      </dgm:t>
    </dgm:pt>
    <dgm:pt modelId="{26A1F5F9-3FA4-4A56-8D24-6B106099EAED}">
      <dgm:prSet/>
      <dgm:spPr/>
      <dgm:t>
        <a:bodyPr/>
        <a:lstStyle/>
        <a:p>
          <a:r>
            <a:rPr lang="en-US"/>
            <a:t>• Stronger Regulations: Legal frameworks to criminalize misuse.</a:t>
          </a:r>
        </a:p>
      </dgm:t>
    </dgm:pt>
    <dgm:pt modelId="{6C7249F3-BA39-40F4-A90B-FBF3D8CDF0F0}" type="parTrans" cxnId="{06E0F5D0-50AF-41C9-90A9-078B309F547C}">
      <dgm:prSet/>
      <dgm:spPr/>
      <dgm:t>
        <a:bodyPr/>
        <a:lstStyle/>
        <a:p>
          <a:endParaRPr lang="en-US"/>
        </a:p>
      </dgm:t>
    </dgm:pt>
    <dgm:pt modelId="{0C711217-0989-4978-B9A5-BF10151EEA5D}" type="sibTrans" cxnId="{06E0F5D0-50AF-41C9-90A9-078B309F547C}">
      <dgm:prSet/>
      <dgm:spPr/>
      <dgm:t>
        <a:bodyPr/>
        <a:lstStyle/>
        <a:p>
          <a:endParaRPr lang="en-US"/>
        </a:p>
      </dgm:t>
    </dgm:pt>
    <dgm:pt modelId="{AEC2D58A-DA03-49CB-8008-E64808DB3FE3}">
      <dgm:prSet/>
      <dgm:spPr/>
      <dgm:t>
        <a:bodyPr/>
        <a:lstStyle/>
        <a:p>
          <a:r>
            <a:rPr lang="en-US"/>
            <a:t>• Public Awareness: Promote AI literacy to recognize misinformation.</a:t>
          </a:r>
        </a:p>
      </dgm:t>
    </dgm:pt>
    <dgm:pt modelId="{4F22E7CC-290A-4AEA-89D2-C1EF919D68C0}" type="parTrans" cxnId="{EBDD9D1B-6295-448F-A653-4F9470771B68}">
      <dgm:prSet/>
      <dgm:spPr/>
      <dgm:t>
        <a:bodyPr/>
        <a:lstStyle/>
        <a:p>
          <a:endParaRPr lang="en-US"/>
        </a:p>
      </dgm:t>
    </dgm:pt>
    <dgm:pt modelId="{C8D327CF-4F21-4950-B40A-75555AA5B3DB}" type="sibTrans" cxnId="{EBDD9D1B-6295-448F-A653-4F9470771B68}">
      <dgm:prSet/>
      <dgm:spPr/>
      <dgm:t>
        <a:bodyPr/>
        <a:lstStyle/>
        <a:p>
          <a:endParaRPr lang="en-US"/>
        </a:p>
      </dgm:t>
    </dgm:pt>
    <dgm:pt modelId="{A67D6DE0-0611-416B-B248-F0A1F743F462}">
      <dgm:prSet/>
      <dgm:spPr/>
      <dgm:t>
        <a:bodyPr/>
        <a:lstStyle/>
        <a:p>
          <a:r>
            <a:rPr lang="en-US"/>
            <a:t>• Transparency Measures: Consent and AI watermarking.</a:t>
          </a:r>
        </a:p>
      </dgm:t>
    </dgm:pt>
    <dgm:pt modelId="{FEF10F45-A66B-4A0F-B8B4-5A3DB877997D}" type="parTrans" cxnId="{7D839BA1-45D3-4677-9BCC-5E3EE0435012}">
      <dgm:prSet/>
      <dgm:spPr/>
      <dgm:t>
        <a:bodyPr/>
        <a:lstStyle/>
        <a:p>
          <a:endParaRPr lang="en-US"/>
        </a:p>
      </dgm:t>
    </dgm:pt>
    <dgm:pt modelId="{07CB2BD7-AA43-4220-8886-3E5F303B8647}" type="sibTrans" cxnId="{7D839BA1-45D3-4677-9BCC-5E3EE0435012}">
      <dgm:prSet/>
      <dgm:spPr/>
      <dgm:t>
        <a:bodyPr/>
        <a:lstStyle/>
        <a:p>
          <a:endParaRPr lang="en-US"/>
        </a:p>
      </dgm:t>
    </dgm:pt>
    <dgm:pt modelId="{FB9D7E6B-4335-FD4C-A5EC-2A3F27D35332}" type="pres">
      <dgm:prSet presAssocID="{D710558D-CED1-4BD0-94A6-E72FAA44D117}" presName="linear" presStyleCnt="0">
        <dgm:presLayoutVars>
          <dgm:animLvl val="lvl"/>
          <dgm:resizeHandles val="exact"/>
        </dgm:presLayoutVars>
      </dgm:prSet>
      <dgm:spPr/>
    </dgm:pt>
    <dgm:pt modelId="{E58F5731-49DD-8340-BF44-0B4ADAF1EB5B}" type="pres">
      <dgm:prSet presAssocID="{F0115146-AD88-4C8F-9A66-D796DE5A548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73E9682-8644-A049-A870-56BDAF277775}" type="pres">
      <dgm:prSet presAssocID="{313BD652-4BF2-4FF5-985B-0C6FEC9B49FE}" presName="spacer" presStyleCnt="0"/>
      <dgm:spPr/>
    </dgm:pt>
    <dgm:pt modelId="{0D73974C-BBAF-6640-ACCE-4F52C46D0ECC}" type="pres">
      <dgm:prSet presAssocID="{26A1F5F9-3FA4-4A56-8D24-6B106099EAE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0DFA581-54A4-6249-9B9A-93D3FA5345DC}" type="pres">
      <dgm:prSet presAssocID="{0C711217-0989-4978-B9A5-BF10151EEA5D}" presName="spacer" presStyleCnt="0"/>
      <dgm:spPr/>
    </dgm:pt>
    <dgm:pt modelId="{7AFEC8E1-2A9D-7D44-B684-48894B458381}" type="pres">
      <dgm:prSet presAssocID="{AEC2D58A-DA03-49CB-8008-E64808DB3FE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7073234-D7A2-5444-ADF1-AA0EB3D1292E}" type="pres">
      <dgm:prSet presAssocID="{C8D327CF-4F21-4950-B40A-75555AA5B3DB}" presName="spacer" presStyleCnt="0"/>
      <dgm:spPr/>
    </dgm:pt>
    <dgm:pt modelId="{99C5AAF4-D468-6B4D-9E22-4BB5B992C010}" type="pres">
      <dgm:prSet presAssocID="{A67D6DE0-0611-416B-B248-F0A1F743F46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BDD9D1B-6295-448F-A653-4F9470771B68}" srcId="{D710558D-CED1-4BD0-94A6-E72FAA44D117}" destId="{AEC2D58A-DA03-49CB-8008-E64808DB3FE3}" srcOrd="2" destOrd="0" parTransId="{4F22E7CC-290A-4AEA-89D2-C1EF919D68C0}" sibTransId="{C8D327CF-4F21-4950-B40A-75555AA5B3DB}"/>
    <dgm:cxn modelId="{C7C3A624-927E-CF4A-AFC2-8688618791DB}" type="presOf" srcId="{D710558D-CED1-4BD0-94A6-E72FAA44D117}" destId="{FB9D7E6B-4335-FD4C-A5EC-2A3F27D35332}" srcOrd="0" destOrd="0" presId="urn:microsoft.com/office/officeart/2005/8/layout/vList2"/>
    <dgm:cxn modelId="{2FECDD75-3402-4201-B791-25927A1F0FAA}" srcId="{D710558D-CED1-4BD0-94A6-E72FAA44D117}" destId="{F0115146-AD88-4C8F-9A66-D796DE5A5487}" srcOrd="0" destOrd="0" parTransId="{900804FC-0246-4AF8-A39F-15BF48943747}" sibTransId="{313BD652-4BF2-4FF5-985B-0C6FEC9B49FE}"/>
    <dgm:cxn modelId="{69104D8E-35F9-8747-8ADF-88D47A55A39C}" type="presOf" srcId="{A67D6DE0-0611-416B-B248-F0A1F743F462}" destId="{99C5AAF4-D468-6B4D-9E22-4BB5B992C010}" srcOrd="0" destOrd="0" presId="urn:microsoft.com/office/officeart/2005/8/layout/vList2"/>
    <dgm:cxn modelId="{A0DCB798-6670-504B-9836-AB6DE86C02B5}" type="presOf" srcId="{AEC2D58A-DA03-49CB-8008-E64808DB3FE3}" destId="{7AFEC8E1-2A9D-7D44-B684-48894B458381}" srcOrd="0" destOrd="0" presId="urn:microsoft.com/office/officeart/2005/8/layout/vList2"/>
    <dgm:cxn modelId="{7D839BA1-45D3-4677-9BCC-5E3EE0435012}" srcId="{D710558D-CED1-4BD0-94A6-E72FAA44D117}" destId="{A67D6DE0-0611-416B-B248-F0A1F743F462}" srcOrd="3" destOrd="0" parTransId="{FEF10F45-A66B-4A0F-B8B4-5A3DB877997D}" sibTransId="{07CB2BD7-AA43-4220-8886-3E5F303B8647}"/>
    <dgm:cxn modelId="{06E0F5D0-50AF-41C9-90A9-078B309F547C}" srcId="{D710558D-CED1-4BD0-94A6-E72FAA44D117}" destId="{26A1F5F9-3FA4-4A56-8D24-6B106099EAED}" srcOrd="1" destOrd="0" parTransId="{6C7249F3-BA39-40F4-A90B-FBF3D8CDF0F0}" sibTransId="{0C711217-0989-4978-B9A5-BF10151EEA5D}"/>
    <dgm:cxn modelId="{C1D57BDF-0E5A-AA43-A1FE-F40CFD13549F}" type="presOf" srcId="{26A1F5F9-3FA4-4A56-8D24-6B106099EAED}" destId="{0D73974C-BBAF-6640-ACCE-4F52C46D0ECC}" srcOrd="0" destOrd="0" presId="urn:microsoft.com/office/officeart/2005/8/layout/vList2"/>
    <dgm:cxn modelId="{B68F6DF5-FCA4-074C-9732-DF01D84D5391}" type="presOf" srcId="{F0115146-AD88-4C8F-9A66-D796DE5A5487}" destId="{E58F5731-49DD-8340-BF44-0B4ADAF1EB5B}" srcOrd="0" destOrd="0" presId="urn:microsoft.com/office/officeart/2005/8/layout/vList2"/>
    <dgm:cxn modelId="{E73BB959-4FAE-A84D-9B45-0892305905AA}" type="presParOf" srcId="{FB9D7E6B-4335-FD4C-A5EC-2A3F27D35332}" destId="{E58F5731-49DD-8340-BF44-0B4ADAF1EB5B}" srcOrd="0" destOrd="0" presId="urn:microsoft.com/office/officeart/2005/8/layout/vList2"/>
    <dgm:cxn modelId="{37E6B066-4211-D64D-A1D8-A7D737875AFF}" type="presParOf" srcId="{FB9D7E6B-4335-FD4C-A5EC-2A3F27D35332}" destId="{F73E9682-8644-A049-A870-56BDAF277775}" srcOrd="1" destOrd="0" presId="urn:microsoft.com/office/officeart/2005/8/layout/vList2"/>
    <dgm:cxn modelId="{B5E1CD72-314E-9640-88DB-274229B2BBBB}" type="presParOf" srcId="{FB9D7E6B-4335-FD4C-A5EC-2A3F27D35332}" destId="{0D73974C-BBAF-6640-ACCE-4F52C46D0ECC}" srcOrd="2" destOrd="0" presId="urn:microsoft.com/office/officeart/2005/8/layout/vList2"/>
    <dgm:cxn modelId="{1DA8E0C9-9131-6645-B266-F8F13591BAB2}" type="presParOf" srcId="{FB9D7E6B-4335-FD4C-A5EC-2A3F27D35332}" destId="{00DFA581-54A4-6249-9B9A-93D3FA5345DC}" srcOrd="3" destOrd="0" presId="urn:microsoft.com/office/officeart/2005/8/layout/vList2"/>
    <dgm:cxn modelId="{4A145E8A-F358-7A4C-B594-2029905214BB}" type="presParOf" srcId="{FB9D7E6B-4335-FD4C-A5EC-2A3F27D35332}" destId="{7AFEC8E1-2A9D-7D44-B684-48894B458381}" srcOrd="4" destOrd="0" presId="urn:microsoft.com/office/officeart/2005/8/layout/vList2"/>
    <dgm:cxn modelId="{28BB678F-26C4-E04D-826C-DE72BCFF5C10}" type="presParOf" srcId="{FB9D7E6B-4335-FD4C-A5EC-2A3F27D35332}" destId="{A7073234-D7A2-5444-ADF1-AA0EB3D1292E}" srcOrd="5" destOrd="0" presId="urn:microsoft.com/office/officeart/2005/8/layout/vList2"/>
    <dgm:cxn modelId="{642BA03E-3077-0E40-B8E2-D948B96E7DAD}" type="presParOf" srcId="{FB9D7E6B-4335-FD4C-A5EC-2A3F27D35332}" destId="{99C5AAF4-D468-6B4D-9E22-4BB5B992C01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C74F6BF-CFA8-401D-B771-AD24902AB6C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4E4B66C-3B45-44A2-AE19-8EEC2107FA1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AI deepfakes offer creativity but present major ethical concerns.</a:t>
          </a:r>
        </a:p>
      </dgm:t>
    </dgm:pt>
    <dgm:pt modelId="{4FDC486F-C2C8-4126-A36D-882A8A20E3B5}" type="parTrans" cxnId="{66D2AAAF-F60C-4336-92B6-86DAC27ABE2F}">
      <dgm:prSet/>
      <dgm:spPr/>
      <dgm:t>
        <a:bodyPr/>
        <a:lstStyle/>
        <a:p>
          <a:endParaRPr lang="en-US"/>
        </a:p>
      </dgm:t>
    </dgm:pt>
    <dgm:pt modelId="{48B552D2-9F5C-42D9-B2D9-CA4DA7A7DC66}" type="sibTrans" cxnId="{66D2AAAF-F60C-4336-92B6-86DAC27ABE2F}">
      <dgm:prSet/>
      <dgm:spPr/>
      <dgm:t>
        <a:bodyPr/>
        <a:lstStyle/>
        <a:p>
          <a:endParaRPr lang="en-US"/>
        </a:p>
      </dgm:t>
    </dgm:pt>
    <dgm:pt modelId="{DC1CD693-5EBC-4E19-875F-F3C0B0D6219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Their misuse threatens privacy, credibility, and trust.</a:t>
          </a:r>
        </a:p>
      </dgm:t>
    </dgm:pt>
    <dgm:pt modelId="{D50BBF3D-9D87-4FB1-A8E4-C43803501C3F}" type="parTrans" cxnId="{C583C4C0-E7CF-4609-9BCB-4DFAA16EC6C0}">
      <dgm:prSet/>
      <dgm:spPr/>
      <dgm:t>
        <a:bodyPr/>
        <a:lstStyle/>
        <a:p>
          <a:endParaRPr lang="en-US"/>
        </a:p>
      </dgm:t>
    </dgm:pt>
    <dgm:pt modelId="{3E4778B1-5362-47CF-BBF6-2C857F246819}" type="sibTrans" cxnId="{C583C4C0-E7CF-4609-9BCB-4DFAA16EC6C0}">
      <dgm:prSet/>
      <dgm:spPr/>
      <dgm:t>
        <a:bodyPr/>
        <a:lstStyle/>
        <a:p>
          <a:endParaRPr lang="en-US"/>
        </a:p>
      </dgm:t>
    </dgm:pt>
    <dgm:pt modelId="{160C3429-F329-4DCB-9265-F9E26F03A73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A balanced approach with regulation and education is crucial.</a:t>
          </a:r>
        </a:p>
      </dgm:t>
    </dgm:pt>
    <dgm:pt modelId="{EF0F7B15-B3C8-4CDC-80FD-35D1D174D3D7}" type="parTrans" cxnId="{9304A448-D66E-4621-9C40-A507A2D2DEB7}">
      <dgm:prSet/>
      <dgm:spPr/>
      <dgm:t>
        <a:bodyPr/>
        <a:lstStyle/>
        <a:p>
          <a:endParaRPr lang="en-US"/>
        </a:p>
      </dgm:t>
    </dgm:pt>
    <dgm:pt modelId="{5A2C7A77-6EF0-4580-9F8E-75144A5DAEA9}" type="sibTrans" cxnId="{9304A448-D66E-4621-9C40-A507A2D2DEB7}">
      <dgm:prSet/>
      <dgm:spPr/>
      <dgm:t>
        <a:bodyPr/>
        <a:lstStyle/>
        <a:p>
          <a:endParaRPr lang="en-US"/>
        </a:p>
      </dgm:t>
    </dgm:pt>
    <dgm:pt modelId="{6D193845-5B6D-47B2-80FD-CD01A984B79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Safeguards will ensure AI benefits outweigh risks.</a:t>
          </a:r>
        </a:p>
      </dgm:t>
    </dgm:pt>
    <dgm:pt modelId="{A4F4DF07-A0A6-4443-B41C-26D4495A5C87}" type="parTrans" cxnId="{113D03A4-6388-4A34-A7A1-4EB532ACE67F}">
      <dgm:prSet/>
      <dgm:spPr/>
      <dgm:t>
        <a:bodyPr/>
        <a:lstStyle/>
        <a:p>
          <a:endParaRPr lang="en-US"/>
        </a:p>
      </dgm:t>
    </dgm:pt>
    <dgm:pt modelId="{4B61213E-4C04-4B2F-B708-FD3A8FFEAA46}" type="sibTrans" cxnId="{113D03A4-6388-4A34-A7A1-4EB532ACE67F}">
      <dgm:prSet/>
      <dgm:spPr/>
      <dgm:t>
        <a:bodyPr/>
        <a:lstStyle/>
        <a:p>
          <a:endParaRPr lang="en-US"/>
        </a:p>
      </dgm:t>
    </dgm:pt>
    <dgm:pt modelId="{9C5C1EBE-4ACF-4202-9249-6E6C730D2727}" type="pres">
      <dgm:prSet presAssocID="{AC74F6BF-CFA8-401D-B771-AD24902AB6C4}" presName="root" presStyleCnt="0">
        <dgm:presLayoutVars>
          <dgm:dir/>
          <dgm:resizeHandles val="exact"/>
        </dgm:presLayoutVars>
      </dgm:prSet>
      <dgm:spPr/>
    </dgm:pt>
    <dgm:pt modelId="{A2C23537-71E8-4CB2-A462-3445DEF702D4}" type="pres">
      <dgm:prSet presAssocID="{34E4B66C-3B45-44A2-AE19-8EEC2107FA1F}" presName="compNode" presStyleCnt="0"/>
      <dgm:spPr/>
    </dgm:pt>
    <dgm:pt modelId="{D8413122-5DA2-414D-BE1F-F636A73EFCAB}" type="pres">
      <dgm:prSet presAssocID="{34E4B66C-3B45-44A2-AE19-8EEC2107FA1F}" presName="bgRect" presStyleLbl="bgShp" presStyleIdx="0" presStyleCnt="4"/>
      <dgm:spPr/>
    </dgm:pt>
    <dgm:pt modelId="{B18FCB17-A4AD-4B8D-8107-0FEDA62AE3FE}" type="pres">
      <dgm:prSet presAssocID="{34E4B66C-3B45-44A2-AE19-8EEC2107FA1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erson with Idea"/>
        </a:ext>
      </dgm:extLst>
    </dgm:pt>
    <dgm:pt modelId="{09EB2AB3-450E-4491-9B04-5B61745F2485}" type="pres">
      <dgm:prSet presAssocID="{34E4B66C-3B45-44A2-AE19-8EEC2107FA1F}" presName="spaceRect" presStyleCnt="0"/>
      <dgm:spPr/>
    </dgm:pt>
    <dgm:pt modelId="{EEEF61AA-18FB-4267-8F14-326F095FB676}" type="pres">
      <dgm:prSet presAssocID="{34E4B66C-3B45-44A2-AE19-8EEC2107FA1F}" presName="parTx" presStyleLbl="revTx" presStyleIdx="0" presStyleCnt="4">
        <dgm:presLayoutVars>
          <dgm:chMax val="0"/>
          <dgm:chPref val="0"/>
        </dgm:presLayoutVars>
      </dgm:prSet>
      <dgm:spPr/>
    </dgm:pt>
    <dgm:pt modelId="{D0731857-E960-4F1F-BEB6-EBABF5995933}" type="pres">
      <dgm:prSet presAssocID="{48B552D2-9F5C-42D9-B2D9-CA4DA7A7DC66}" presName="sibTrans" presStyleCnt="0"/>
      <dgm:spPr/>
    </dgm:pt>
    <dgm:pt modelId="{89C5A04A-CD09-407B-8568-CC7E51D22837}" type="pres">
      <dgm:prSet presAssocID="{DC1CD693-5EBC-4E19-875F-F3C0B0D62191}" presName="compNode" presStyleCnt="0"/>
      <dgm:spPr/>
    </dgm:pt>
    <dgm:pt modelId="{5B133B13-AD8F-4E63-9615-820C2E19D62C}" type="pres">
      <dgm:prSet presAssocID="{DC1CD693-5EBC-4E19-875F-F3C0B0D62191}" presName="bgRect" presStyleLbl="bgShp" presStyleIdx="1" presStyleCnt="4"/>
      <dgm:spPr/>
    </dgm:pt>
    <dgm:pt modelId="{970CF827-4E9C-4823-8FBE-9DD2AD57FE4E}" type="pres">
      <dgm:prSet presAssocID="{DC1CD693-5EBC-4E19-875F-F3C0B0D6219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o sign"/>
        </a:ext>
      </dgm:extLst>
    </dgm:pt>
    <dgm:pt modelId="{0BA1CA5C-4979-41BB-A790-FE670AE7528A}" type="pres">
      <dgm:prSet presAssocID="{DC1CD693-5EBC-4E19-875F-F3C0B0D62191}" presName="spaceRect" presStyleCnt="0"/>
      <dgm:spPr/>
    </dgm:pt>
    <dgm:pt modelId="{29BB04F0-B4E5-46BF-B7E3-23F34A3632D1}" type="pres">
      <dgm:prSet presAssocID="{DC1CD693-5EBC-4E19-875F-F3C0B0D62191}" presName="parTx" presStyleLbl="revTx" presStyleIdx="1" presStyleCnt="4">
        <dgm:presLayoutVars>
          <dgm:chMax val="0"/>
          <dgm:chPref val="0"/>
        </dgm:presLayoutVars>
      </dgm:prSet>
      <dgm:spPr/>
    </dgm:pt>
    <dgm:pt modelId="{9C757E46-6413-486F-8B0C-91FAD1378379}" type="pres">
      <dgm:prSet presAssocID="{3E4778B1-5362-47CF-BBF6-2C857F246819}" presName="sibTrans" presStyleCnt="0"/>
      <dgm:spPr/>
    </dgm:pt>
    <dgm:pt modelId="{1EBECB3C-4F85-4453-B499-7B9363AAA32A}" type="pres">
      <dgm:prSet presAssocID="{160C3429-F329-4DCB-9265-F9E26F03A738}" presName="compNode" presStyleCnt="0"/>
      <dgm:spPr/>
    </dgm:pt>
    <dgm:pt modelId="{0C809E3D-6620-4CDA-A296-8271E4B596B8}" type="pres">
      <dgm:prSet presAssocID="{160C3429-F329-4DCB-9265-F9E26F03A738}" presName="bgRect" presStyleLbl="bgShp" presStyleIdx="2" presStyleCnt="4"/>
      <dgm:spPr/>
    </dgm:pt>
    <dgm:pt modelId="{B182B7A8-9EE3-49DE-A1CA-415B2457F265}" type="pres">
      <dgm:prSet presAssocID="{160C3429-F329-4DCB-9265-F9E26F03A73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8A9582A7-911B-486F-AF01-02E2930FA010}" type="pres">
      <dgm:prSet presAssocID="{160C3429-F329-4DCB-9265-F9E26F03A738}" presName="spaceRect" presStyleCnt="0"/>
      <dgm:spPr/>
    </dgm:pt>
    <dgm:pt modelId="{29512575-A488-4C97-B775-2329D47705F7}" type="pres">
      <dgm:prSet presAssocID="{160C3429-F329-4DCB-9265-F9E26F03A738}" presName="parTx" presStyleLbl="revTx" presStyleIdx="2" presStyleCnt="4">
        <dgm:presLayoutVars>
          <dgm:chMax val="0"/>
          <dgm:chPref val="0"/>
        </dgm:presLayoutVars>
      </dgm:prSet>
      <dgm:spPr/>
    </dgm:pt>
    <dgm:pt modelId="{5304E7FB-3238-4768-9645-BD62EE3A41D6}" type="pres">
      <dgm:prSet presAssocID="{5A2C7A77-6EF0-4580-9F8E-75144A5DAEA9}" presName="sibTrans" presStyleCnt="0"/>
      <dgm:spPr/>
    </dgm:pt>
    <dgm:pt modelId="{764A26CD-2529-45A7-8EA6-83A67D5BCF2A}" type="pres">
      <dgm:prSet presAssocID="{6D193845-5B6D-47B2-80FD-CD01A984B799}" presName="compNode" presStyleCnt="0"/>
      <dgm:spPr/>
    </dgm:pt>
    <dgm:pt modelId="{7A43376A-A801-4B0E-9354-A228051EC095}" type="pres">
      <dgm:prSet presAssocID="{6D193845-5B6D-47B2-80FD-CD01A984B799}" presName="bgRect" presStyleLbl="bgShp" presStyleIdx="3" presStyleCnt="4"/>
      <dgm:spPr/>
    </dgm:pt>
    <dgm:pt modelId="{E1BD2BB5-61DE-46F6-838C-B46DB973AD5D}" type="pres">
      <dgm:prSet presAssocID="{6D193845-5B6D-47B2-80FD-CD01A984B79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8102DB31-91F9-4ABD-A93E-86267F861A5C}" type="pres">
      <dgm:prSet presAssocID="{6D193845-5B6D-47B2-80FD-CD01A984B799}" presName="spaceRect" presStyleCnt="0"/>
      <dgm:spPr/>
    </dgm:pt>
    <dgm:pt modelId="{CA4CD521-BC73-4EAE-8CE9-CFBC422F7B52}" type="pres">
      <dgm:prSet presAssocID="{6D193845-5B6D-47B2-80FD-CD01A984B79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E241B05-1470-401A-B71C-BDE1B2B7BAA7}" type="presOf" srcId="{6D193845-5B6D-47B2-80FD-CD01A984B799}" destId="{CA4CD521-BC73-4EAE-8CE9-CFBC422F7B52}" srcOrd="0" destOrd="0" presId="urn:microsoft.com/office/officeart/2018/2/layout/IconVerticalSolidList"/>
    <dgm:cxn modelId="{9304A448-D66E-4621-9C40-A507A2D2DEB7}" srcId="{AC74F6BF-CFA8-401D-B771-AD24902AB6C4}" destId="{160C3429-F329-4DCB-9265-F9E26F03A738}" srcOrd="2" destOrd="0" parTransId="{EF0F7B15-B3C8-4CDC-80FD-35D1D174D3D7}" sibTransId="{5A2C7A77-6EF0-4580-9F8E-75144A5DAEA9}"/>
    <dgm:cxn modelId="{52E14374-E360-44DD-8E94-F32D8598DB67}" type="presOf" srcId="{AC74F6BF-CFA8-401D-B771-AD24902AB6C4}" destId="{9C5C1EBE-4ACF-4202-9249-6E6C730D2727}" srcOrd="0" destOrd="0" presId="urn:microsoft.com/office/officeart/2018/2/layout/IconVerticalSolidList"/>
    <dgm:cxn modelId="{6F4FDB99-9B50-4412-8AF2-5355C1DF721A}" type="presOf" srcId="{34E4B66C-3B45-44A2-AE19-8EEC2107FA1F}" destId="{EEEF61AA-18FB-4267-8F14-326F095FB676}" srcOrd="0" destOrd="0" presId="urn:microsoft.com/office/officeart/2018/2/layout/IconVerticalSolidList"/>
    <dgm:cxn modelId="{113D03A4-6388-4A34-A7A1-4EB532ACE67F}" srcId="{AC74F6BF-CFA8-401D-B771-AD24902AB6C4}" destId="{6D193845-5B6D-47B2-80FD-CD01A984B799}" srcOrd="3" destOrd="0" parTransId="{A4F4DF07-A0A6-4443-B41C-26D4495A5C87}" sibTransId="{4B61213E-4C04-4B2F-B708-FD3A8FFEAA46}"/>
    <dgm:cxn modelId="{66D2AAAF-F60C-4336-92B6-86DAC27ABE2F}" srcId="{AC74F6BF-CFA8-401D-B771-AD24902AB6C4}" destId="{34E4B66C-3B45-44A2-AE19-8EEC2107FA1F}" srcOrd="0" destOrd="0" parTransId="{4FDC486F-C2C8-4126-A36D-882A8A20E3B5}" sibTransId="{48B552D2-9F5C-42D9-B2D9-CA4DA7A7DC66}"/>
    <dgm:cxn modelId="{C583C4C0-E7CF-4609-9BCB-4DFAA16EC6C0}" srcId="{AC74F6BF-CFA8-401D-B771-AD24902AB6C4}" destId="{DC1CD693-5EBC-4E19-875F-F3C0B0D62191}" srcOrd="1" destOrd="0" parTransId="{D50BBF3D-9D87-4FB1-A8E4-C43803501C3F}" sibTransId="{3E4778B1-5362-47CF-BBF6-2C857F246819}"/>
    <dgm:cxn modelId="{1F9D45CC-F6F8-4975-BD17-12DFBA6D02CD}" type="presOf" srcId="{160C3429-F329-4DCB-9265-F9E26F03A738}" destId="{29512575-A488-4C97-B775-2329D47705F7}" srcOrd="0" destOrd="0" presId="urn:microsoft.com/office/officeart/2018/2/layout/IconVerticalSolidList"/>
    <dgm:cxn modelId="{4579EEFB-3F64-40A8-BD3B-8BB1C2669350}" type="presOf" srcId="{DC1CD693-5EBC-4E19-875F-F3C0B0D62191}" destId="{29BB04F0-B4E5-46BF-B7E3-23F34A3632D1}" srcOrd="0" destOrd="0" presId="urn:microsoft.com/office/officeart/2018/2/layout/IconVerticalSolidList"/>
    <dgm:cxn modelId="{37371EFD-C54B-4B1B-A8CE-A92C80DB6F84}" type="presParOf" srcId="{9C5C1EBE-4ACF-4202-9249-6E6C730D2727}" destId="{A2C23537-71E8-4CB2-A462-3445DEF702D4}" srcOrd="0" destOrd="0" presId="urn:microsoft.com/office/officeart/2018/2/layout/IconVerticalSolidList"/>
    <dgm:cxn modelId="{8B6A7443-C5EE-4D1D-9BFD-34F21BFE1792}" type="presParOf" srcId="{A2C23537-71E8-4CB2-A462-3445DEF702D4}" destId="{D8413122-5DA2-414D-BE1F-F636A73EFCAB}" srcOrd="0" destOrd="0" presId="urn:microsoft.com/office/officeart/2018/2/layout/IconVerticalSolidList"/>
    <dgm:cxn modelId="{12501251-AFB8-453B-801B-716C39F33830}" type="presParOf" srcId="{A2C23537-71E8-4CB2-A462-3445DEF702D4}" destId="{B18FCB17-A4AD-4B8D-8107-0FEDA62AE3FE}" srcOrd="1" destOrd="0" presId="urn:microsoft.com/office/officeart/2018/2/layout/IconVerticalSolidList"/>
    <dgm:cxn modelId="{ADDC015C-480D-4E9E-AE20-CDC23B4E550A}" type="presParOf" srcId="{A2C23537-71E8-4CB2-A462-3445DEF702D4}" destId="{09EB2AB3-450E-4491-9B04-5B61745F2485}" srcOrd="2" destOrd="0" presId="urn:microsoft.com/office/officeart/2018/2/layout/IconVerticalSolidList"/>
    <dgm:cxn modelId="{E028BC60-3140-4F63-93DB-F41A3C435356}" type="presParOf" srcId="{A2C23537-71E8-4CB2-A462-3445DEF702D4}" destId="{EEEF61AA-18FB-4267-8F14-326F095FB676}" srcOrd="3" destOrd="0" presId="urn:microsoft.com/office/officeart/2018/2/layout/IconVerticalSolidList"/>
    <dgm:cxn modelId="{751EA885-D35F-4CA1-8EC3-6C648CBB54D4}" type="presParOf" srcId="{9C5C1EBE-4ACF-4202-9249-6E6C730D2727}" destId="{D0731857-E960-4F1F-BEB6-EBABF5995933}" srcOrd="1" destOrd="0" presId="urn:microsoft.com/office/officeart/2018/2/layout/IconVerticalSolidList"/>
    <dgm:cxn modelId="{64488EBC-BCD5-475A-B9C2-4AD31E92A3A4}" type="presParOf" srcId="{9C5C1EBE-4ACF-4202-9249-6E6C730D2727}" destId="{89C5A04A-CD09-407B-8568-CC7E51D22837}" srcOrd="2" destOrd="0" presId="urn:microsoft.com/office/officeart/2018/2/layout/IconVerticalSolidList"/>
    <dgm:cxn modelId="{E800CFCD-1634-4A5C-B5AC-86134C8E2559}" type="presParOf" srcId="{89C5A04A-CD09-407B-8568-CC7E51D22837}" destId="{5B133B13-AD8F-4E63-9615-820C2E19D62C}" srcOrd="0" destOrd="0" presId="urn:microsoft.com/office/officeart/2018/2/layout/IconVerticalSolidList"/>
    <dgm:cxn modelId="{E9B3DE1D-71A2-4392-B7CB-067618D278B9}" type="presParOf" srcId="{89C5A04A-CD09-407B-8568-CC7E51D22837}" destId="{970CF827-4E9C-4823-8FBE-9DD2AD57FE4E}" srcOrd="1" destOrd="0" presId="urn:microsoft.com/office/officeart/2018/2/layout/IconVerticalSolidList"/>
    <dgm:cxn modelId="{18BDD021-66CE-4814-8076-6C2CD7F27B99}" type="presParOf" srcId="{89C5A04A-CD09-407B-8568-CC7E51D22837}" destId="{0BA1CA5C-4979-41BB-A790-FE670AE7528A}" srcOrd="2" destOrd="0" presId="urn:microsoft.com/office/officeart/2018/2/layout/IconVerticalSolidList"/>
    <dgm:cxn modelId="{B5FC1F39-920A-4BD4-B6F6-B9A9D8D1CF78}" type="presParOf" srcId="{89C5A04A-CD09-407B-8568-CC7E51D22837}" destId="{29BB04F0-B4E5-46BF-B7E3-23F34A3632D1}" srcOrd="3" destOrd="0" presId="urn:microsoft.com/office/officeart/2018/2/layout/IconVerticalSolidList"/>
    <dgm:cxn modelId="{11AF94A0-A40F-49CC-8E9A-6BD3F56E4AB9}" type="presParOf" srcId="{9C5C1EBE-4ACF-4202-9249-6E6C730D2727}" destId="{9C757E46-6413-486F-8B0C-91FAD1378379}" srcOrd="3" destOrd="0" presId="urn:microsoft.com/office/officeart/2018/2/layout/IconVerticalSolidList"/>
    <dgm:cxn modelId="{49131ABD-F6AF-491E-8A2B-0D7C788E38AF}" type="presParOf" srcId="{9C5C1EBE-4ACF-4202-9249-6E6C730D2727}" destId="{1EBECB3C-4F85-4453-B499-7B9363AAA32A}" srcOrd="4" destOrd="0" presId="urn:microsoft.com/office/officeart/2018/2/layout/IconVerticalSolidList"/>
    <dgm:cxn modelId="{702485F1-56AF-4802-976C-8DBB695AC263}" type="presParOf" srcId="{1EBECB3C-4F85-4453-B499-7B9363AAA32A}" destId="{0C809E3D-6620-4CDA-A296-8271E4B596B8}" srcOrd="0" destOrd="0" presId="urn:microsoft.com/office/officeart/2018/2/layout/IconVerticalSolidList"/>
    <dgm:cxn modelId="{8E186BF8-2450-42DE-8919-FF62C3839111}" type="presParOf" srcId="{1EBECB3C-4F85-4453-B499-7B9363AAA32A}" destId="{B182B7A8-9EE3-49DE-A1CA-415B2457F265}" srcOrd="1" destOrd="0" presId="urn:microsoft.com/office/officeart/2018/2/layout/IconVerticalSolidList"/>
    <dgm:cxn modelId="{E4158922-9DA1-44C1-8079-46414B61D2CB}" type="presParOf" srcId="{1EBECB3C-4F85-4453-B499-7B9363AAA32A}" destId="{8A9582A7-911B-486F-AF01-02E2930FA010}" srcOrd="2" destOrd="0" presId="urn:microsoft.com/office/officeart/2018/2/layout/IconVerticalSolidList"/>
    <dgm:cxn modelId="{5FC4A92F-C247-4FB3-BCC0-9AD1009A2265}" type="presParOf" srcId="{1EBECB3C-4F85-4453-B499-7B9363AAA32A}" destId="{29512575-A488-4C97-B775-2329D47705F7}" srcOrd="3" destOrd="0" presId="urn:microsoft.com/office/officeart/2018/2/layout/IconVerticalSolidList"/>
    <dgm:cxn modelId="{686C5D97-A7F5-4047-B64D-6795603686DA}" type="presParOf" srcId="{9C5C1EBE-4ACF-4202-9249-6E6C730D2727}" destId="{5304E7FB-3238-4768-9645-BD62EE3A41D6}" srcOrd="5" destOrd="0" presId="urn:microsoft.com/office/officeart/2018/2/layout/IconVerticalSolidList"/>
    <dgm:cxn modelId="{110E8E55-81F5-4AE9-A6B6-0893E40C67E7}" type="presParOf" srcId="{9C5C1EBE-4ACF-4202-9249-6E6C730D2727}" destId="{764A26CD-2529-45A7-8EA6-83A67D5BCF2A}" srcOrd="6" destOrd="0" presId="urn:microsoft.com/office/officeart/2018/2/layout/IconVerticalSolidList"/>
    <dgm:cxn modelId="{C02C92E2-CBAE-46C2-9503-6A6269CC6F14}" type="presParOf" srcId="{764A26CD-2529-45A7-8EA6-83A67D5BCF2A}" destId="{7A43376A-A801-4B0E-9354-A228051EC095}" srcOrd="0" destOrd="0" presId="urn:microsoft.com/office/officeart/2018/2/layout/IconVerticalSolidList"/>
    <dgm:cxn modelId="{C29E7FE2-106C-498F-BD4A-88AD0D31DB39}" type="presParOf" srcId="{764A26CD-2529-45A7-8EA6-83A67D5BCF2A}" destId="{E1BD2BB5-61DE-46F6-838C-B46DB973AD5D}" srcOrd="1" destOrd="0" presId="urn:microsoft.com/office/officeart/2018/2/layout/IconVerticalSolidList"/>
    <dgm:cxn modelId="{DB6E2B7F-5A96-42FF-8803-D70D98DDFA21}" type="presParOf" srcId="{764A26CD-2529-45A7-8EA6-83A67D5BCF2A}" destId="{8102DB31-91F9-4ABD-A93E-86267F861A5C}" srcOrd="2" destOrd="0" presId="urn:microsoft.com/office/officeart/2018/2/layout/IconVerticalSolidList"/>
    <dgm:cxn modelId="{C9B6D0A7-03F7-4746-AD18-A0039DF26222}" type="presParOf" srcId="{764A26CD-2529-45A7-8EA6-83A67D5BCF2A}" destId="{CA4CD521-BC73-4EAE-8CE9-CFBC422F7B5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7EC4E4-2915-CC40-A859-0CD529E00356}">
      <dsp:nvSpPr>
        <dsp:cNvPr id="0" name=""/>
        <dsp:cNvSpPr/>
      </dsp:nvSpPr>
      <dsp:spPr>
        <a:xfrm>
          <a:off x="0" y="1913"/>
          <a:ext cx="399335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7F8FC0-CC0E-7A43-99D5-09038B029CAA}">
      <dsp:nvSpPr>
        <dsp:cNvPr id="0" name=""/>
        <dsp:cNvSpPr/>
      </dsp:nvSpPr>
      <dsp:spPr>
        <a:xfrm>
          <a:off x="0" y="1913"/>
          <a:ext cx="3993357" cy="1305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Used to de-age actors and resurrect deceased performers.</a:t>
          </a:r>
        </a:p>
      </dsp:txBody>
      <dsp:txXfrm>
        <a:off x="0" y="1913"/>
        <a:ext cx="3993357" cy="1305236"/>
      </dsp:txXfrm>
    </dsp:sp>
    <dsp:sp modelId="{44B96A92-C801-F54D-96D7-818A12498C0E}">
      <dsp:nvSpPr>
        <dsp:cNvPr id="0" name=""/>
        <dsp:cNvSpPr/>
      </dsp:nvSpPr>
      <dsp:spPr>
        <a:xfrm>
          <a:off x="0" y="1307150"/>
          <a:ext cx="399335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ED3C37-B647-0342-9FE4-42C5B83C2C27}">
      <dsp:nvSpPr>
        <dsp:cNvPr id="0" name=""/>
        <dsp:cNvSpPr/>
      </dsp:nvSpPr>
      <dsp:spPr>
        <a:xfrm>
          <a:off x="0" y="1307150"/>
          <a:ext cx="3993357" cy="1305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Enhances storytelling through digital effects.</a:t>
          </a:r>
        </a:p>
      </dsp:txBody>
      <dsp:txXfrm>
        <a:off x="0" y="1307150"/>
        <a:ext cx="3993357" cy="1305236"/>
      </dsp:txXfrm>
    </dsp:sp>
    <dsp:sp modelId="{1B8688C0-4E95-6847-948F-38954A03BF17}">
      <dsp:nvSpPr>
        <dsp:cNvPr id="0" name=""/>
        <dsp:cNvSpPr/>
      </dsp:nvSpPr>
      <dsp:spPr>
        <a:xfrm>
          <a:off x="0" y="2612387"/>
          <a:ext cx="3993357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DE60ED-1B75-9A41-B8B6-0B97CA898E0E}">
      <dsp:nvSpPr>
        <dsp:cNvPr id="0" name=""/>
        <dsp:cNvSpPr/>
      </dsp:nvSpPr>
      <dsp:spPr>
        <a:xfrm>
          <a:off x="0" y="2612387"/>
          <a:ext cx="3993357" cy="1305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Examples: Carrie Fisher in Star Wars, Paul Walker in Fast &amp; Furious 7.</a:t>
          </a:r>
        </a:p>
      </dsp:txBody>
      <dsp:txXfrm>
        <a:off x="0" y="2612387"/>
        <a:ext cx="3993357" cy="13052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9C3FE7-A382-D54C-935B-60D77A984B3E}">
      <dsp:nvSpPr>
        <dsp:cNvPr id="0" name=""/>
        <dsp:cNvSpPr/>
      </dsp:nvSpPr>
      <dsp:spPr>
        <a:xfrm>
          <a:off x="0" y="1913"/>
          <a:ext cx="3993357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76843D-7316-2648-B92D-5CBFD5DE9FB2}">
      <dsp:nvSpPr>
        <dsp:cNvPr id="0" name=""/>
        <dsp:cNvSpPr/>
      </dsp:nvSpPr>
      <dsp:spPr>
        <a:xfrm>
          <a:off x="0" y="1913"/>
          <a:ext cx="3993357" cy="1305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Cost Efficiency: Reduces reshoot expenses.</a:t>
          </a:r>
        </a:p>
      </dsp:txBody>
      <dsp:txXfrm>
        <a:off x="0" y="1913"/>
        <a:ext cx="3993357" cy="1305236"/>
      </dsp:txXfrm>
    </dsp:sp>
    <dsp:sp modelId="{D0653382-AB03-1148-B47C-4ABF9CDDDB0B}">
      <dsp:nvSpPr>
        <dsp:cNvPr id="0" name=""/>
        <dsp:cNvSpPr/>
      </dsp:nvSpPr>
      <dsp:spPr>
        <a:xfrm>
          <a:off x="0" y="1307150"/>
          <a:ext cx="3993357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ECF30F-427E-9845-9225-71348EE6E36A}">
      <dsp:nvSpPr>
        <dsp:cNvPr id="0" name=""/>
        <dsp:cNvSpPr/>
      </dsp:nvSpPr>
      <dsp:spPr>
        <a:xfrm>
          <a:off x="0" y="1307150"/>
          <a:ext cx="3993357" cy="1305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Creative Expansion: Enables digital reanimation and enhanced effects.</a:t>
          </a:r>
        </a:p>
      </dsp:txBody>
      <dsp:txXfrm>
        <a:off x="0" y="1307150"/>
        <a:ext cx="3993357" cy="1305236"/>
      </dsp:txXfrm>
    </dsp:sp>
    <dsp:sp modelId="{094A63F5-C9DA-6E43-B761-A767E3DCF59A}">
      <dsp:nvSpPr>
        <dsp:cNvPr id="0" name=""/>
        <dsp:cNvSpPr/>
      </dsp:nvSpPr>
      <dsp:spPr>
        <a:xfrm>
          <a:off x="0" y="2612387"/>
          <a:ext cx="3993357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0D727A-92E4-1F4B-9119-3101499C9A1C}">
      <dsp:nvSpPr>
        <dsp:cNvPr id="0" name=""/>
        <dsp:cNvSpPr/>
      </dsp:nvSpPr>
      <dsp:spPr>
        <a:xfrm>
          <a:off x="0" y="2612387"/>
          <a:ext cx="3993357" cy="1305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Global Accessibility: Improves dubbing and localization.</a:t>
          </a:r>
        </a:p>
      </dsp:txBody>
      <dsp:txXfrm>
        <a:off x="0" y="2612387"/>
        <a:ext cx="3993357" cy="130523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8F5731-49DD-8340-BF44-0B4ADAF1EB5B}">
      <dsp:nvSpPr>
        <dsp:cNvPr id="0" name=""/>
        <dsp:cNvSpPr/>
      </dsp:nvSpPr>
      <dsp:spPr>
        <a:xfrm>
          <a:off x="0" y="81411"/>
          <a:ext cx="7886700" cy="99312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Enhanced AI Detection: Tools to identify deepfakes.</a:t>
          </a:r>
        </a:p>
      </dsp:txBody>
      <dsp:txXfrm>
        <a:off x="48481" y="129892"/>
        <a:ext cx="7789738" cy="896166"/>
      </dsp:txXfrm>
    </dsp:sp>
    <dsp:sp modelId="{0D73974C-BBAF-6640-ACCE-4F52C46D0ECC}">
      <dsp:nvSpPr>
        <dsp:cNvPr id="0" name=""/>
        <dsp:cNvSpPr/>
      </dsp:nvSpPr>
      <dsp:spPr>
        <a:xfrm>
          <a:off x="0" y="1146540"/>
          <a:ext cx="7886700" cy="99312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Stronger Regulations: Legal frameworks to criminalize misuse.</a:t>
          </a:r>
        </a:p>
      </dsp:txBody>
      <dsp:txXfrm>
        <a:off x="48481" y="1195021"/>
        <a:ext cx="7789738" cy="896166"/>
      </dsp:txXfrm>
    </dsp:sp>
    <dsp:sp modelId="{7AFEC8E1-2A9D-7D44-B684-48894B458381}">
      <dsp:nvSpPr>
        <dsp:cNvPr id="0" name=""/>
        <dsp:cNvSpPr/>
      </dsp:nvSpPr>
      <dsp:spPr>
        <a:xfrm>
          <a:off x="0" y="2211669"/>
          <a:ext cx="7886700" cy="993128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Public Awareness: Promote AI literacy to recognize misinformation.</a:t>
          </a:r>
        </a:p>
      </dsp:txBody>
      <dsp:txXfrm>
        <a:off x="48481" y="2260150"/>
        <a:ext cx="7789738" cy="896166"/>
      </dsp:txXfrm>
    </dsp:sp>
    <dsp:sp modelId="{99C5AAF4-D468-6B4D-9E22-4BB5B992C010}">
      <dsp:nvSpPr>
        <dsp:cNvPr id="0" name=""/>
        <dsp:cNvSpPr/>
      </dsp:nvSpPr>
      <dsp:spPr>
        <a:xfrm>
          <a:off x="0" y="3276797"/>
          <a:ext cx="7886700" cy="99312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Transparency Measures: Consent and AI watermarking.</a:t>
          </a:r>
        </a:p>
      </dsp:txBody>
      <dsp:txXfrm>
        <a:off x="48481" y="3325278"/>
        <a:ext cx="7789738" cy="89616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413122-5DA2-414D-BE1F-F636A73EFCAB}">
      <dsp:nvSpPr>
        <dsp:cNvPr id="0" name=""/>
        <dsp:cNvSpPr/>
      </dsp:nvSpPr>
      <dsp:spPr>
        <a:xfrm>
          <a:off x="0" y="1878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8FCB17-A4AD-4B8D-8107-0FEDA62AE3FE}">
      <dsp:nvSpPr>
        <dsp:cNvPr id="0" name=""/>
        <dsp:cNvSpPr/>
      </dsp:nvSpPr>
      <dsp:spPr>
        <a:xfrm>
          <a:off x="287993" y="216088"/>
          <a:ext cx="523623" cy="5236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EF61AA-18FB-4267-8F14-326F095FB676}">
      <dsp:nvSpPr>
        <dsp:cNvPr id="0" name=""/>
        <dsp:cNvSpPr/>
      </dsp:nvSpPr>
      <dsp:spPr>
        <a:xfrm>
          <a:off x="1099610" y="1878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AI deepfakes offer creativity but present major ethical concerns.</a:t>
          </a:r>
        </a:p>
      </dsp:txBody>
      <dsp:txXfrm>
        <a:off x="1099610" y="1878"/>
        <a:ext cx="7129989" cy="952043"/>
      </dsp:txXfrm>
    </dsp:sp>
    <dsp:sp modelId="{5B133B13-AD8F-4E63-9615-820C2E19D62C}">
      <dsp:nvSpPr>
        <dsp:cNvPr id="0" name=""/>
        <dsp:cNvSpPr/>
      </dsp:nvSpPr>
      <dsp:spPr>
        <a:xfrm>
          <a:off x="0" y="1191932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0CF827-4E9C-4823-8FBE-9DD2AD57FE4E}">
      <dsp:nvSpPr>
        <dsp:cNvPr id="0" name=""/>
        <dsp:cNvSpPr/>
      </dsp:nvSpPr>
      <dsp:spPr>
        <a:xfrm>
          <a:off x="287993" y="1406142"/>
          <a:ext cx="523623" cy="5236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BB04F0-B4E5-46BF-B7E3-23F34A3632D1}">
      <dsp:nvSpPr>
        <dsp:cNvPr id="0" name=""/>
        <dsp:cNvSpPr/>
      </dsp:nvSpPr>
      <dsp:spPr>
        <a:xfrm>
          <a:off x="1099610" y="1191932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Their misuse threatens privacy, credibility, and trust.</a:t>
          </a:r>
        </a:p>
      </dsp:txBody>
      <dsp:txXfrm>
        <a:off x="1099610" y="1191932"/>
        <a:ext cx="7129989" cy="952043"/>
      </dsp:txXfrm>
    </dsp:sp>
    <dsp:sp modelId="{0C809E3D-6620-4CDA-A296-8271E4B596B8}">
      <dsp:nvSpPr>
        <dsp:cNvPr id="0" name=""/>
        <dsp:cNvSpPr/>
      </dsp:nvSpPr>
      <dsp:spPr>
        <a:xfrm>
          <a:off x="0" y="2381986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82B7A8-9EE3-49DE-A1CA-415B2457F265}">
      <dsp:nvSpPr>
        <dsp:cNvPr id="0" name=""/>
        <dsp:cNvSpPr/>
      </dsp:nvSpPr>
      <dsp:spPr>
        <a:xfrm>
          <a:off x="287993" y="2596196"/>
          <a:ext cx="523623" cy="5236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512575-A488-4C97-B775-2329D47705F7}">
      <dsp:nvSpPr>
        <dsp:cNvPr id="0" name=""/>
        <dsp:cNvSpPr/>
      </dsp:nvSpPr>
      <dsp:spPr>
        <a:xfrm>
          <a:off x="1099610" y="2381986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A balanced approach with regulation and education is crucial.</a:t>
          </a:r>
        </a:p>
      </dsp:txBody>
      <dsp:txXfrm>
        <a:off x="1099610" y="2381986"/>
        <a:ext cx="7129989" cy="952043"/>
      </dsp:txXfrm>
    </dsp:sp>
    <dsp:sp modelId="{7A43376A-A801-4B0E-9354-A228051EC095}">
      <dsp:nvSpPr>
        <dsp:cNvPr id="0" name=""/>
        <dsp:cNvSpPr/>
      </dsp:nvSpPr>
      <dsp:spPr>
        <a:xfrm>
          <a:off x="0" y="3572041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BD2BB5-61DE-46F6-838C-B46DB973AD5D}">
      <dsp:nvSpPr>
        <dsp:cNvPr id="0" name=""/>
        <dsp:cNvSpPr/>
      </dsp:nvSpPr>
      <dsp:spPr>
        <a:xfrm>
          <a:off x="287993" y="3786250"/>
          <a:ext cx="523623" cy="5236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4CD521-BC73-4EAE-8CE9-CFBC422F7B52}">
      <dsp:nvSpPr>
        <dsp:cNvPr id="0" name=""/>
        <dsp:cNvSpPr/>
      </dsp:nvSpPr>
      <dsp:spPr>
        <a:xfrm>
          <a:off x="1099610" y="3572041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Safeguards will ensure AI benefits outweigh risks.</a:t>
          </a:r>
        </a:p>
      </dsp:txBody>
      <dsp:txXfrm>
        <a:off x="1099610" y="3572041"/>
        <a:ext cx="7129989" cy="9520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E7B93A-1FAC-FE44-8A46-9C9CC4EECC5E}" type="datetimeFigureOut">
              <a:rPr lang="en-US" smtClean="0"/>
              <a:t>2/26/25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141917-E65E-B74E-A6C0-004E21B76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100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141917-E65E-B74E-A6C0-004E21B76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6050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141917-E65E-B74E-A6C0-004E21B768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887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7.jpe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0AE394F-AFF1-4485-AF1F-7387A2F04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ideo 4" descr="Colorful Stage Lights">
            <a:extLst>
              <a:ext uri="{FF2B5EF4-FFF2-40B4-BE49-F238E27FC236}">
                <a16:creationId xmlns:a16="http://schemas.microsoft.com/office/drawing/2014/main" id="{B8269D66-F629-3C33-4534-736C0E91E76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16683" r="8102" b="-1"/>
          <a:stretch/>
        </p:blipFill>
        <p:spPr>
          <a:xfrm>
            <a:off x="-2285" y="10"/>
            <a:ext cx="9143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683D043-25BB-4AC9-8130-641179672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3323345"/>
          </a:xfrm>
          <a:prstGeom prst="rect">
            <a:avLst/>
          </a:prstGeom>
          <a:gradFill flip="none" rotWithShape="1">
            <a:gsLst>
              <a:gs pos="57000">
                <a:srgbClr val="000000">
                  <a:alpha val="30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299" y="554845"/>
            <a:ext cx="7992669" cy="3902673"/>
          </a:xfrm>
        </p:spPr>
        <p:txBody>
          <a:bodyPr anchor="t">
            <a:normAutofit/>
          </a:bodyPr>
          <a:lstStyle/>
          <a:p>
            <a:pPr algn="l"/>
            <a:r>
              <a:rPr lang="en-US" sz="4500">
                <a:solidFill>
                  <a:srgbClr val="FFFFFF"/>
                </a:solidFill>
              </a:rPr>
              <a:t>The Abuse of AI in the Entertainment Industry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61CCAC-6875-474C-8E9E-F57ABF078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285" y="4704862"/>
            <a:ext cx="9143999" cy="2155484"/>
          </a:xfrm>
          <a:prstGeom prst="rect">
            <a:avLst/>
          </a:prstGeom>
          <a:gradFill flip="none" rotWithShape="1">
            <a:gsLst>
              <a:gs pos="59000">
                <a:srgbClr val="000000">
                  <a:alpha val="30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6642" y="4718033"/>
            <a:ext cx="8008722" cy="1175039"/>
          </a:xfrm>
        </p:spPr>
        <p:txBody>
          <a:bodyPr anchor="b"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A Case Study on Deepfakes</a:t>
            </a:r>
          </a:p>
          <a:p>
            <a:pPr algn="l"/>
            <a:endParaRPr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96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4168866" cy="1325563"/>
          </a:xfrm>
        </p:spPr>
        <p:txBody>
          <a:bodyPr>
            <a:normAutofit/>
          </a:bodyPr>
          <a:lstStyle/>
          <a:p>
            <a:r>
              <a:rPr lang="en-US"/>
              <a:t>Introduction</a:t>
            </a:r>
          </a:p>
        </p:txBody>
      </p:sp>
      <p:sp>
        <p:nvSpPr>
          <p:cNvPr id="13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4168866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500"/>
              <a:t>• The entertainment industry is rapidly adopting AI for creativity and efficiency.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500"/>
              <a:t>• Deepfake technology, a form of AI, has become a major ethical concern.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500"/>
              <a:t>• Initially a tool for entertainment, deepfakes are now used for fraud, misinformation, and unauthorized likeness use.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2624479"/>
            <a:ext cx="609320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85863" y="1516981"/>
            <a:ext cx="2387600" cy="17907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0"/>
            <a:ext cx="1736438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9347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4162" y="4112081"/>
            <a:ext cx="889838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4565205" y="4145122"/>
            <a:ext cx="3062574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4962670"/>
            <a:ext cx="1982514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Description of AI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/>
              <a:t>• Deepfakes rely on Generative Adversarial Networks (GANs).</a:t>
            </a:r>
          </a:p>
          <a:p>
            <a:pPr marL="0" indent="0">
              <a:buNone/>
            </a:pPr>
            <a:r>
              <a:rPr lang="en-US" sz="1700"/>
              <a:t>• GANs consist of two neural networks:</a:t>
            </a:r>
          </a:p>
          <a:p>
            <a:pPr marL="0" indent="0">
              <a:buNone/>
            </a:pPr>
            <a:r>
              <a:rPr lang="en-US" sz="1700"/>
              <a:t>  - Generator: Creates synthetic data.</a:t>
            </a:r>
          </a:p>
          <a:p>
            <a:pPr marL="0" indent="0">
              <a:buNone/>
            </a:pPr>
            <a:r>
              <a:rPr lang="en-US" sz="1700"/>
              <a:t>  - Discriminator: Evaluates data authenticity.</a:t>
            </a:r>
          </a:p>
          <a:p>
            <a:pPr marL="0" indent="0">
              <a:buNone/>
            </a:pPr>
            <a:r>
              <a:rPr lang="en-US" sz="1700"/>
              <a:t>• This adversarial process enhances realistic media generation.</a:t>
            </a:r>
          </a:p>
        </p:txBody>
      </p:sp>
      <p:pic>
        <p:nvPicPr>
          <p:cNvPr id="7" name="Picture 6" descr="3D art of a person">
            <a:extLst>
              <a:ext uri="{FF2B5EF4-FFF2-40B4-BE49-F238E27FC236}">
                <a16:creationId xmlns:a16="http://schemas.microsoft.com/office/drawing/2014/main" id="{81FCCBCD-2508-BB91-2D80-F0860F85D9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37" r="29522"/>
          <a:stretch/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8" y="327025"/>
            <a:ext cx="3993358" cy="1630363"/>
          </a:xfrm>
        </p:spPr>
        <p:txBody>
          <a:bodyPr anchor="b">
            <a:normAutofit/>
          </a:bodyPr>
          <a:lstStyle/>
          <a:p>
            <a:r>
              <a:rPr lang="en-US" sz="3100"/>
              <a:t>Implementation in Entertainment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7E579D-8DE4-B839-377F-456285AE73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207" r="26335" b="-2"/>
          <a:stretch/>
        </p:blipFill>
        <p:spPr>
          <a:xfrm>
            <a:off x="4474766" y="1"/>
            <a:ext cx="4669234" cy="6856412"/>
          </a:xfrm>
          <a:custGeom>
            <a:avLst/>
            <a:gdLst/>
            <a:ahLst/>
            <a:cxnLst/>
            <a:rect l="l" t="t" r="r" b="b"/>
            <a:pathLst>
              <a:path w="5620032" h="6856412">
                <a:moveTo>
                  <a:pt x="13187" y="0"/>
                </a:moveTo>
                <a:lnTo>
                  <a:pt x="5620032" y="0"/>
                </a:lnTo>
                <a:lnTo>
                  <a:pt x="5620032" y="6856412"/>
                </a:lnTo>
                <a:lnTo>
                  <a:pt x="0" y="6856412"/>
                </a:lnTo>
                <a:lnTo>
                  <a:pt x="64318" y="6298274"/>
                </a:lnTo>
                <a:cubicBezTo>
                  <a:pt x="203221" y="4970220"/>
                  <a:pt x="240510" y="3632077"/>
                  <a:pt x="97152" y="2276000"/>
                </a:cubicBezTo>
                <a:cubicBezTo>
                  <a:pt x="35713" y="1694824"/>
                  <a:pt x="7455" y="1116942"/>
                  <a:pt x="6154" y="541737"/>
                </a:cubicBezTo>
                <a:close/>
              </a:path>
            </a:pathLst>
          </a:cu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8E1F166-4E3D-6DA2-16EC-E6D4D9C94E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9472334"/>
              </p:ext>
            </p:extLst>
          </p:nvPr>
        </p:nvGraphicFramePr>
        <p:xfrm>
          <a:off x="360759" y="2286001"/>
          <a:ext cx="3993357" cy="39195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8" y="327025"/>
            <a:ext cx="3993358" cy="1630363"/>
          </a:xfrm>
        </p:spPr>
        <p:txBody>
          <a:bodyPr anchor="b">
            <a:normAutofit/>
          </a:bodyPr>
          <a:lstStyle/>
          <a:p>
            <a:r>
              <a:rPr lang="en-US" sz="3100"/>
              <a:t>Benefits of AI in Entertainment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5217A5-C2AB-90D7-F7FA-C304A382D9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682" r="6437" b="1"/>
          <a:stretch/>
        </p:blipFill>
        <p:spPr>
          <a:xfrm>
            <a:off x="4474766" y="1"/>
            <a:ext cx="4669234" cy="6856412"/>
          </a:xfrm>
          <a:custGeom>
            <a:avLst/>
            <a:gdLst/>
            <a:ahLst/>
            <a:cxnLst/>
            <a:rect l="l" t="t" r="r" b="b"/>
            <a:pathLst>
              <a:path w="5620032" h="6856412">
                <a:moveTo>
                  <a:pt x="13187" y="0"/>
                </a:moveTo>
                <a:lnTo>
                  <a:pt x="5620032" y="0"/>
                </a:lnTo>
                <a:lnTo>
                  <a:pt x="5620032" y="6856412"/>
                </a:lnTo>
                <a:lnTo>
                  <a:pt x="0" y="6856412"/>
                </a:lnTo>
                <a:lnTo>
                  <a:pt x="64318" y="6298274"/>
                </a:lnTo>
                <a:cubicBezTo>
                  <a:pt x="203221" y="4970220"/>
                  <a:pt x="240510" y="3632077"/>
                  <a:pt x="97152" y="2276000"/>
                </a:cubicBezTo>
                <a:cubicBezTo>
                  <a:pt x="35713" y="1694824"/>
                  <a:pt x="7455" y="1116942"/>
                  <a:pt x="6154" y="541737"/>
                </a:cubicBezTo>
                <a:close/>
              </a:path>
            </a:pathLst>
          </a:cu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59B4B3A-C9A5-E93C-AC8C-656EC34762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079279"/>
              </p:ext>
            </p:extLst>
          </p:nvPr>
        </p:nvGraphicFramePr>
        <p:xfrm>
          <a:off x="360759" y="2286001"/>
          <a:ext cx="3993357" cy="39195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heater chairs arranged based on their colors">
            <a:extLst>
              <a:ext uri="{FF2B5EF4-FFF2-40B4-BE49-F238E27FC236}">
                <a16:creationId xmlns:a16="http://schemas.microsoft.com/office/drawing/2014/main" id="{23003FBD-BD2D-5478-7EA2-62A6B69DB1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311" r="9101" b="-1"/>
          <a:stretch/>
        </p:blipFill>
        <p:spPr>
          <a:xfrm>
            <a:off x="1891767" y="10"/>
            <a:ext cx="7252231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42696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2866641" cy="1899912"/>
          </a:xfrm>
        </p:spPr>
        <p:txBody>
          <a:bodyPr>
            <a:normAutofit/>
          </a:bodyPr>
          <a:lstStyle/>
          <a:p>
            <a:r>
              <a:rPr lang="en-US" sz="3500"/>
              <a:t>Challenges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434201"/>
            <a:ext cx="2866641" cy="37427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/>
              <a:t>• Unauthorized Use: Likenesses replicated without consent.</a:t>
            </a:r>
          </a:p>
          <a:p>
            <a:pPr marL="0" indent="0">
              <a:buNone/>
            </a:pPr>
            <a:r>
              <a:rPr lang="en-US" sz="1700"/>
              <a:t>• Fraudulent Activities: Used in scams (e.g., $43 million fraud in Australia).</a:t>
            </a:r>
          </a:p>
          <a:p>
            <a:pPr marL="0" indent="0">
              <a:buNone/>
            </a:pPr>
            <a:r>
              <a:rPr lang="en-US" sz="1700"/>
              <a:t>• Misinformation Risks: Threatens public trust in media.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500"/>
              <a:t>Ethical and Societal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/>
              <a:t>• Deontological Perspective: Violates personal rights.</a:t>
            </a:r>
          </a:p>
          <a:p>
            <a:pPr marL="0" indent="0">
              <a:buNone/>
            </a:pPr>
            <a:r>
              <a:rPr lang="en-US" sz="1700"/>
              <a:t>• Consequentialist Perspective: Balances benefits with societal harm.</a:t>
            </a:r>
          </a:p>
          <a:p>
            <a:pPr marL="0" indent="0">
              <a:buNone/>
            </a:pPr>
            <a:r>
              <a:rPr lang="en-US" sz="1700"/>
              <a:t>• Deepfakes contribute to misinformation, identity theft, and cyberbullying.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5CC130-486E-E6B6-7C77-02C690F749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503" r="26955"/>
          <a:stretch/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B04A89-0D27-D373-D1CD-6A78061D1EF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 r="10668" b="2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>
                <a:solidFill>
                  <a:srgbClr val="FFFFFF"/>
                </a:solidFill>
              </a:rPr>
              <a:t>Future Trends and Recommendations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ABD8916-DF7D-81E9-1D4D-80E1CBDEEA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2071547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02BBC07A-D457-B521-D480-6CB2859CF99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1305</TotalTime>
  <Words>345</Words>
  <Application>Microsoft Macintosh PowerPoint</Application>
  <PresentationFormat>On-screen Show (4:3)</PresentationFormat>
  <Paragraphs>40</Paragraphs>
  <Slides>9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The Abuse of AI in the Entertainment Industry</vt:lpstr>
      <vt:lpstr>Introduction</vt:lpstr>
      <vt:lpstr>Description of AI Technology</vt:lpstr>
      <vt:lpstr>Implementation in Entertainment</vt:lpstr>
      <vt:lpstr>Benefits of AI in Entertainment</vt:lpstr>
      <vt:lpstr>Challenges and Limitations</vt:lpstr>
      <vt:lpstr>Ethical and Societal Implications</vt:lpstr>
      <vt:lpstr>Future Trends and 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James Delgado</cp:lastModifiedBy>
  <cp:revision>3</cp:revision>
  <dcterms:created xsi:type="dcterms:W3CDTF">2013-01-27T09:14:16Z</dcterms:created>
  <dcterms:modified xsi:type="dcterms:W3CDTF">2025-02-27T19:20:17Z</dcterms:modified>
  <cp:category/>
</cp:coreProperties>
</file>